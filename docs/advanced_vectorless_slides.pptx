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8"/>
  </p:notesMasterIdLst>
  <p:sldIdLst>
    <p:sldId id="1954" r:id="rId3"/>
    <p:sldId id="257" r:id="rId4"/>
    <p:sldId id="258" r:id="rId5"/>
    <p:sldId id="259" r:id="rId6"/>
    <p:sldId id="26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0" r:id="rId16"/>
    <p:sldId id="268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4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96" y="3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75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All the names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032AA94-3FDA-42F8-A489-135748DFB84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1532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B04AF-EEA0-5116-3697-8483A7583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7E6F51-8E1E-C0FC-BB50-4A4254BB1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5D45A0-BEB0-DF83-F701-0266E5600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F8A49-D8FF-5F1E-F4C6-E9678BE32F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8919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8EB01-2CFD-3270-8DA1-2F808095D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73AA0C-04B2-616E-FE25-23C4C7C49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537DFA-ACF4-B0C5-DF92-C3087918F9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54576-74BE-B436-05D4-B302BBB927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0283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Deep Blue 8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gnisphere">
            <a:extLst>
              <a:ext uri="{FF2B5EF4-FFF2-40B4-BE49-F238E27FC236}">
                <a16:creationId xmlns:a16="http://schemas.microsoft.com/office/drawing/2014/main" id="{591CD5A4-BDEB-4734-8FA5-5C3B4A08A49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714"/>
            <a:ext cx="12192000" cy="6854572"/>
          </a:xfrm>
          <a:prstGeom prst="rect">
            <a:avLst/>
          </a:prstGeom>
        </p:spPr>
      </p:pic>
      <p:sp>
        <p:nvSpPr>
          <p:cNvPr id="4" name="Title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400" y="1414464"/>
            <a:ext cx="11376788" cy="2462213"/>
          </a:xfrm>
          <a:blipFill dpi="0"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b="700"/>
            </a:stretch>
          </a:blipFill>
        </p:spPr>
        <p:txBody>
          <a:bodyPr rIns="0" bIns="0" anchor="t" anchorCtr="0">
            <a:spAutoFit/>
          </a:bodyPr>
          <a:lstStyle>
            <a:lvl1pPr marL="540000">
              <a:lnSpc>
                <a:spcPct val="100000"/>
              </a:lnSpc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 80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1163" y="3876677"/>
            <a:ext cx="9288000" cy="1930398"/>
          </a:xfrm>
          <a:prstGeom prst="rect">
            <a:avLst/>
          </a:prstGeom>
        </p:spPr>
        <p:txBody>
          <a:bodyPr lIns="0" tIns="349200">
            <a:noAutofit/>
          </a:bodyPr>
          <a:lstStyle>
            <a:lvl1pPr marL="0" indent="0" algn="l">
              <a:spcAft>
                <a:spcPts val="300"/>
              </a:spcAft>
              <a:buNone/>
              <a:defRPr sz="32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r>
              <a:rPr lang="en-US"/>
              <a:t>Subhead for headline size 80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2" name="Footer Placeholder">
            <a:extLst>
              <a:ext uri="{FF2B5EF4-FFF2-40B4-BE49-F238E27FC236}">
                <a16:creationId xmlns:a16="http://schemas.microsoft.com/office/drawing/2014/main" id="{36983F93-FD6F-4DAC-8F23-D4EF00A042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11163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pic>
        <p:nvPicPr>
          <p:cNvPr id="10" name="Siemens Logo">
            <a:extLst>
              <a:ext uri="{FF2B5EF4-FFF2-40B4-BE49-F238E27FC236}">
                <a16:creationId xmlns:a16="http://schemas.microsoft.com/office/drawing/2014/main" id="{9A561178-96D2-407A-94C5-91A37401F657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274400" y="6364800"/>
            <a:ext cx="1512000" cy="24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2870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Deep Blue 6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gnisphere" descr="A close up of a light&#10;&#10;Description automatically generated">
            <a:extLst>
              <a:ext uri="{FF2B5EF4-FFF2-40B4-BE49-F238E27FC236}">
                <a16:creationId xmlns:a16="http://schemas.microsoft.com/office/drawing/2014/main" id="{F50DEF7C-D243-494F-A738-41FC9AF515A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400" y="1414463"/>
            <a:ext cx="11376788" cy="2769989"/>
          </a:xfrm>
          <a:blipFill dpi="0"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b="500"/>
            </a:stretch>
          </a:blipFill>
        </p:spPr>
        <p:txBody>
          <a:bodyPr rIns="0" bIns="0" anchor="t" anchorCtr="0">
            <a:spAutoFit/>
          </a:bodyPr>
          <a:lstStyle>
            <a:lvl1pPr marL="414000">
              <a:lnSpc>
                <a:spcPct val="10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  <a:br>
              <a:rPr lang="en-US"/>
            </a:br>
            <a:r>
              <a:rPr lang="en-US"/>
              <a:t>M3 lines 60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1163" y="4184453"/>
            <a:ext cx="9288000" cy="1622622"/>
          </a:xfrm>
          <a:prstGeom prst="rect">
            <a:avLst/>
          </a:prstGeom>
        </p:spPr>
        <p:txBody>
          <a:bodyPr lIns="0" tIns="349200">
            <a:noAutofit/>
          </a:bodyPr>
          <a:lstStyle>
            <a:lvl1pPr marL="0" indent="0" algn="l">
              <a:spcAft>
                <a:spcPts val="300"/>
              </a:spcAft>
              <a:buNone/>
              <a:defRPr sz="24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60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2" name="Footer Placeholder">
            <a:extLst>
              <a:ext uri="{FF2B5EF4-FFF2-40B4-BE49-F238E27FC236}">
                <a16:creationId xmlns:a16="http://schemas.microsoft.com/office/drawing/2014/main" id="{36983F93-FD6F-4DAC-8F23-D4EF00A042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11163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pic>
        <p:nvPicPr>
          <p:cNvPr id="10" name="Siemens Logo">
            <a:extLst>
              <a:ext uri="{FF2B5EF4-FFF2-40B4-BE49-F238E27FC236}">
                <a16:creationId xmlns:a16="http://schemas.microsoft.com/office/drawing/2014/main" id="{9A561178-96D2-407A-94C5-91A37401F657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274400" y="6364800"/>
            <a:ext cx="1512000" cy="24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077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Deep Blue 4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gnisphere" descr="A picture containing light, star&#10;&#10;Description automatically generated">
            <a:extLst>
              <a:ext uri="{FF2B5EF4-FFF2-40B4-BE49-F238E27FC236}">
                <a16:creationId xmlns:a16="http://schemas.microsoft.com/office/drawing/2014/main" id="{AA220E05-4C1E-4F58-BFC0-57C07A95F7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4" name="Title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400" y="1414463"/>
            <a:ext cx="9288000" cy="2462213"/>
          </a:xfrm>
          <a:blipFill dpi="0"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 b="500"/>
            </a:stretch>
          </a:blipFill>
        </p:spPr>
        <p:txBody>
          <a:bodyPr wrap="square" rIns="0" bIns="0" anchor="t" anchorCtr="0">
            <a:spAutoFit/>
          </a:bodyPr>
          <a:lstStyle>
            <a:lvl1pPr marL="270000">
              <a:lnSpc>
                <a:spcPct val="100000"/>
              </a:lnSpc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  <a:br>
              <a:rPr lang="en-US"/>
            </a:br>
            <a:r>
              <a:rPr lang="en-US"/>
              <a:t>extra long headlines</a:t>
            </a:r>
            <a:br>
              <a:rPr lang="en-US"/>
            </a:br>
            <a:r>
              <a:rPr lang="en-US"/>
              <a:t>4 lines 40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1163" y="3876675"/>
            <a:ext cx="9288000" cy="1930123"/>
          </a:xfrm>
          <a:prstGeom prst="rect">
            <a:avLst/>
          </a:prstGeom>
        </p:spPr>
        <p:txBody>
          <a:bodyPr lIns="0" tIns="349200">
            <a:noAutofit/>
          </a:bodyPr>
          <a:lstStyle>
            <a:lvl1pPr marL="0" indent="0" algn="l"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6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40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2" name="Footer Placeholder">
            <a:extLst>
              <a:ext uri="{FF2B5EF4-FFF2-40B4-BE49-F238E27FC236}">
                <a16:creationId xmlns:a16="http://schemas.microsoft.com/office/drawing/2014/main" id="{36983F93-FD6F-4DAC-8F23-D4EF00A042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11163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pic>
        <p:nvPicPr>
          <p:cNvPr id="10" name="Siemens Logo">
            <a:extLst>
              <a:ext uri="{FF2B5EF4-FFF2-40B4-BE49-F238E27FC236}">
                <a16:creationId xmlns:a16="http://schemas.microsoft.com/office/drawing/2014/main" id="{9A561178-96D2-407A-94C5-91A37401F657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274400" y="6364800"/>
            <a:ext cx="1512000" cy="24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0209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light 48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">
            <a:extLst>
              <a:ext uri="{FF2B5EF4-FFF2-40B4-BE49-F238E27FC236}">
                <a16:creationId xmlns:a16="http://schemas.microsoft.com/office/drawing/2014/main" id="{2FA76E44-9BA3-4B84-98F7-42C18A2A8BA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3502800"/>
          </a:xfrm>
          <a:solidFill>
            <a:schemeClr val="accent1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Title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620440E-BF1B-417E-87A5-35990130B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401" y="3780000"/>
            <a:ext cx="9287638" cy="1477328"/>
          </a:xfrm>
          <a:blipFill dpi="0" rotWithShape="1"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a:blipFill>
        </p:spPr>
        <p:txBody>
          <a:bodyPr rIns="0" bIns="0" anchor="t">
            <a:spAutoFit/>
          </a:bodyPr>
          <a:lstStyle>
            <a:lvl1pPr marL="324000">
              <a:lnSpc>
                <a:spcPct val="10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 48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1162" y="5256000"/>
            <a:ext cx="9288000" cy="911438"/>
          </a:xfrm>
          <a:prstGeom prst="rect">
            <a:avLst/>
          </a:prstGeom>
        </p:spPr>
        <p:txBody>
          <a:bodyPr lIns="0" tIns="252000">
            <a:noAutofit/>
          </a:bodyPr>
          <a:lstStyle>
            <a:lvl1pPr marL="0" indent="0" algn="l">
              <a:spcAft>
                <a:spcPts val="300"/>
              </a:spcAft>
              <a:buNone/>
              <a:defRPr sz="1800">
                <a:solidFill>
                  <a:schemeClr val="tx1"/>
                </a:solidFill>
              </a:defRPr>
            </a:lvl1pPr>
            <a:lvl2pPr marL="0" indent="0" algn="l">
              <a:spcAft>
                <a:spcPts val="300"/>
              </a:spcAft>
              <a:buNone/>
              <a:defRPr sz="1600"/>
            </a:lvl2pPr>
            <a:lvl3pPr marL="0" indent="0" algn="l">
              <a:spcAft>
                <a:spcPts val="300"/>
              </a:spcAft>
              <a:buNone/>
              <a:defRPr sz="1400"/>
            </a:lvl3pPr>
            <a:lvl4pPr marL="0" indent="0" algn="l">
              <a:buNone/>
              <a:defRPr sz="1400"/>
            </a:lvl4pPr>
            <a:lvl5pPr marL="0" indent="0" algn="l">
              <a:buNone/>
              <a:defRPr sz="1400"/>
            </a:lvl5pPr>
            <a:lvl6pPr marL="0" indent="0" algn="l">
              <a:buNone/>
              <a:defRPr sz="1400"/>
            </a:lvl6pPr>
            <a:lvl7pPr marL="0" indent="0" algn="l">
              <a:buNone/>
              <a:defRPr sz="1400"/>
            </a:lvl7pPr>
            <a:lvl8pPr marL="0" indent="0" algn="l">
              <a:buNone/>
              <a:defRPr sz="1400"/>
            </a:lvl8pPr>
            <a:lvl9pPr marL="0" indent="0" algn="l">
              <a:buNone/>
              <a:defRPr sz="1400"/>
            </a:lvl9pPr>
          </a:lstStyle>
          <a:p>
            <a:r>
              <a:rPr lang="en-US"/>
              <a:t>Subhead for headline size 48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B61796B2-8510-42B4-A5F7-E1FE5FCE45A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11162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pic>
        <p:nvPicPr>
          <p:cNvPr id="9" name="Siemens Logo">
            <a:extLst>
              <a:ext uri="{FF2B5EF4-FFF2-40B4-BE49-F238E27FC236}">
                <a16:creationId xmlns:a16="http://schemas.microsoft.com/office/drawing/2014/main" id="{46D369A7-07BD-4B91-9E53-807AAAF0C30C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74400" y="6364800"/>
            <a:ext cx="1512000" cy="24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2572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109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2206">
          <p15:clr>
            <a:srgbClr val="65CEFF"/>
          </p15:clr>
        </p15:guide>
        <p15:guide id="5" orient="horz" pos="3885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light 4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">
            <a:extLst>
              <a:ext uri="{FF2B5EF4-FFF2-40B4-BE49-F238E27FC236}">
                <a16:creationId xmlns:a16="http://schemas.microsoft.com/office/drawing/2014/main" id="{2FA76E44-9BA3-4B84-98F7-42C18A2A8BA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3502800"/>
          </a:xfrm>
          <a:solidFill>
            <a:schemeClr val="accent1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Title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620440E-BF1B-417E-87A5-35990130B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401" y="3780000"/>
            <a:ext cx="9287638" cy="1231106"/>
          </a:xfrm>
          <a:blipFill dpi="0" rotWithShape="1"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a:blipFill>
        </p:spPr>
        <p:txBody>
          <a:bodyPr rIns="0" bIns="0" anchor="t">
            <a:spAutoFit/>
          </a:bodyPr>
          <a:lstStyle>
            <a:lvl1pPr marL="270000">
              <a:lnSpc>
                <a:spcPct val="100000"/>
              </a:lnSpc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 40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1162" y="5011106"/>
            <a:ext cx="9288000" cy="1156332"/>
          </a:xfrm>
          <a:prstGeom prst="rect">
            <a:avLst/>
          </a:prstGeom>
        </p:spPr>
        <p:txBody>
          <a:bodyPr lIns="0" tIns="252000">
            <a:noAutofit/>
          </a:bodyPr>
          <a:lstStyle>
            <a:lvl1pPr marL="0" indent="0" algn="l"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1pPr>
            <a:lvl2pPr marL="0" indent="0" algn="l">
              <a:spcAft>
                <a:spcPts val="300"/>
              </a:spcAft>
              <a:buNone/>
              <a:defRPr sz="1600"/>
            </a:lvl2pPr>
            <a:lvl3pPr marL="0" indent="0" algn="l">
              <a:spcAft>
                <a:spcPts val="300"/>
              </a:spcAft>
              <a:buNone/>
              <a:defRPr sz="1400"/>
            </a:lvl3pPr>
            <a:lvl4pPr marL="0" indent="0" algn="l">
              <a:buNone/>
              <a:defRPr sz="1400"/>
            </a:lvl4pPr>
            <a:lvl5pPr marL="0" indent="0" algn="l">
              <a:buNone/>
              <a:defRPr sz="1400"/>
            </a:lvl5pPr>
            <a:lvl6pPr marL="0" indent="0" algn="l">
              <a:buNone/>
              <a:defRPr sz="1400"/>
            </a:lvl6pPr>
            <a:lvl7pPr marL="0" indent="0" algn="l">
              <a:buNone/>
              <a:defRPr sz="1400"/>
            </a:lvl7pPr>
            <a:lvl8pPr marL="0" indent="0" algn="l">
              <a:buNone/>
              <a:defRPr sz="1400"/>
            </a:lvl8pPr>
            <a:lvl9pPr marL="0" indent="0" algn="l">
              <a:buNone/>
              <a:defRPr sz="1400"/>
            </a:lvl9pPr>
          </a:lstStyle>
          <a:p>
            <a:pPr lvl="0"/>
            <a:r>
              <a:rPr lang="en-US"/>
              <a:t>Subhead for headline size 40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B61796B2-8510-42B4-A5F7-E1FE5FCE45A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11162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pic>
        <p:nvPicPr>
          <p:cNvPr id="9" name="Siemens Logo">
            <a:extLst>
              <a:ext uri="{FF2B5EF4-FFF2-40B4-BE49-F238E27FC236}">
                <a16:creationId xmlns:a16="http://schemas.microsoft.com/office/drawing/2014/main" id="{DC2D4109-C5C2-42BB-B5A0-2F6793388E2C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74400" y="6364800"/>
            <a:ext cx="1512000" cy="24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644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109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2206">
          <p15:clr>
            <a:srgbClr val="65CEFF"/>
          </p15:clr>
        </p15:guide>
        <p15:guide id="5" orient="horz" pos="3885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light 36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">
            <a:extLst>
              <a:ext uri="{FF2B5EF4-FFF2-40B4-BE49-F238E27FC236}">
                <a16:creationId xmlns:a16="http://schemas.microsoft.com/office/drawing/2014/main" id="{2FA76E44-9BA3-4B84-98F7-42C18A2A8BA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3502800"/>
          </a:xfrm>
          <a:solidFill>
            <a:schemeClr val="accent1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Title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620440E-BF1B-417E-87A5-35990130B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401" y="3780000"/>
            <a:ext cx="9287638" cy="1661993"/>
          </a:xfrm>
          <a:blipFill dpi="0"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 t="-1000" b="500"/>
            </a:stretch>
          </a:blipFill>
        </p:spPr>
        <p:txBody>
          <a:bodyPr rIns="0" bIns="0" anchor="t">
            <a:spAutoFit/>
          </a:bodyPr>
          <a:lstStyle>
            <a:lvl1pPr marL="252000">
              <a:lnSpc>
                <a:spcPct val="100000"/>
              </a:lnSpc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 </a:t>
            </a:r>
            <a:br>
              <a:rPr lang="en-US"/>
            </a:br>
            <a:r>
              <a:rPr lang="en-US"/>
              <a:t>36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1162" y="5441992"/>
            <a:ext cx="9288000" cy="725445"/>
          </a:xfrm>
          <a:prstGeom prst="rect">
            <a:avLst/>
          </a:prstGeom>
        </p:spPr>
        <p:txBody>
          <a:bodyPr lIns="0" tIns="252000">
            <a:noAutofit/>
          </a:bodyPr>
          <a:lstStyle>
            <a:lvl1pPr marL="0" indent="0" algn="l">
              <a:spcAft>
                <a:spcPts val="300"/>
              </a:spcAft>
              <a:buNone/>
              <a:defRPr sz="1400">
                <a:solidFill>
                  <a:schemeClr val="tx1"/>
                </a:solidFill>
              </a:defRPr>
            </a:lvl1pPr>
            <a:lvl2pPr marL="0" indent="0" algn="l">
              <a:spcAft>
                <a:spcPts val="300"/>
              </a:spcAft>
              <a:buNone/>
              <a:defRPr sz="1400"/>
            </a:lvl2pPr>
            <a:lvl3pPr marL="0" indent="0" algn="l">
              <a:spcAft>
                <a:spcPts val="300"/>
              </a:spcAft>
              <a:buNone/>
              <a:defRPr sz="1400"/>
            </a:lvl3pPr>
            <a:lvl4pPr marL="0" indent="0" algn="l">
              <a:buNone/>
              <a:defRPr sz="1400"/>
            </a:lvl4pPr>
            <a:lvl5pPr marL="0" indent="0" algn="l">
              <a:buNone/>
              <a:defRPr sz="1400"/>
            </a:lvl5pPr>
            <a:lvl6pPr marL="0" indent="0" algn="l">
              <a:buNone/>
              <a:defRPr sz="1400"/>
            </a:lvl6pPr>
            <a:lvl7pPr marL="0" indent="0" algn="l">
              <a:buNone/>
              <a:defRPr sz="1400"/>
            </a:lvl7pPr>
            <a:lvl8pPr marL="0" indent="0" algn="l">
              <a:buNone/>
              <a:defRPr sz="1400"/>
            </a:lvl8pPr>
            <a:lvl9pPr marL="0" indent="0" algn="l">
              <a:buNone/>
              <a:defRPr sz="1400"/>
            </a:lvl9pPr>
          </a:lstStyle>
          <a:p>
            <a:pPr lvl="0"/>
            <a:r>
              <a:rPr lang="en-US"/>
              <a:t>Subhead for headline size 36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B61796B2-8510-42B4-A5F7-E1FE5FCE45A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11162" y="6310800"/>
            <a:ext cx="9288000" cy="5472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pic>
        <p:nvPicPr>
          <p:cNvPr id="9" name="Siemens Logo">
            <a:extLst>
              <a:ext uri="{FF2B5EF4-FFF2-40B4-BE49-F238E27FC236}">
                <a16:creationId xmlns:a16="http://schemas.microsoft.com/office/drawing/2014/main" id="{298AE3DB-A74B-4AD6-A37C-FBCFB647B93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74400" y="6364800"/>
            <a:ext cx="1512000" cy="24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7339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109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2206">
          <p15:clr>
            <a:srgbClr val="65CEFF"/>
          </p15:clr>
        </p15:guide>
        <p15:guide id="5" orient="horz" pos="3885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light 80p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400" y="1414463"/>
            <a:ext cx="11376788" cy="2462213"/>
          </a:xfrm>
          <a:blipFill dpi="0"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 b="700"/>
            </a:stretch>
          </a:blipFill>
        </p:spPr>
        <p:txBody>
          <a:bodyPr rIns="0" bIns="0" anchor="t" anchorCtr="0">
            <a:spAutoFit/>
          </a:bodyPr>
          <a:lstStyle>
            <a:lvl1pPr marL="540000">
              <a:lnSpc>
                <a:spcPct val="100000"/>
              </a:lnSpc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 80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1163" y="3876677"/>
            <a:ext cx="9288000" cy="1930398"/>
          </a:xfrm>
          <a:prstGeom prst="rect">
            <a:avLst/>
          </a:prstGeom>
        </p:spPr>
        <p:txBody>
          <a:bodyPr lIns="0" tIns="349200">
            <a:noAutofit/>
          </a:bodyPr>
          <a:lstStyle>
            <a:lvl1pPr marL="0" indent="0" algn="l">
              <a:spcAft>
                <a:spcPts val="300"/>
              </a:spcAft>
              <a:buNone/>
              <a:defRPr sz="32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r>
              <a:rPr lang="en-US"/>
              <a:t>Subhead for headline size 80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EDBCA456-A643-45C8-9383-5A06099EB6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059160" y="6310800"/>
            <a:ext cx="8640003" cy="547200"/>
          </a:xfrm>
        </p:spPr>
        <p:txBody>
          <a:bodyPr/>
          <a:lstStyle/>
          <a:p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5B05DC85-FD3C-4245-83A1-F6197CB9E0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Siemens Logo">
            <a:extLst>
              <a:ext uri="{FF2B5EF4-FFF2-40B4-BE49-F238E27FC236}">
                <a16:creationId xmlns:a16="http://schemas.microsoft.com/office/drawing/2014/main" id="{4FC1DCA2-253A-4E87-91E4-D402488C8D7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74400" y="6364800"/>
            <a:ext cx="1512000" cy="24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7924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light 60p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400" y="1414463"/>
            <a:ext cx="11376788" cy="2769989"/>
          </a:xfrm>
          <a:blipFill dpi="0"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 b="500"/>
            </a:stretch>
          </a:blipFill>
        </p:spPr>
        <p:txBody>
          <a:bodyPr rIns="0" bIns="0" anchor="t" anchorCtr="0">
            <a:spAutoFit/>
          </a:bodyPr>
          <a:lstStyle>
            <a:lvl1pPr marL="414000">
              <a:lnSpc>
                <a:spcPct val="10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  <a:br>
              <a:rPr lang="en-US"/>
            </a:br>
            <a:r>
              <a:rPr lang="en-US"/>
              <a:t>3 lines 60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1163" y="4184451"/>
            <a:ext cx="9288000" cy="1622623"/>
          </a:xfrm>
          <a:prstGeom prst="rect">
            <a:avLst/>
          </a:prstGeom>
        </p:spPr>
        <p:txBody>
          <a:bodyPr lIns="0" tIns="349200">
            <a:noAutofit/>
          </a:bodyPr>
          <a:lstStyle>
            <a:lvl1pPr marL="0" indent="0" algn="l">
              <a:spcAft>
                <a:spcPts val="300"/>
              </a:spcAft>
              <a:buNone/>
              <a:defRPr sz="24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24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60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21031E7D-E514-484A-9CCD-52A9C22222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059160" y="6310800"/>
            <a:ext cx="8640003" cy="547200"/>
          </a:xfrm>
        </p:spPr>
        <p:txBody>
          <a:bodyPr/>
          <a:lstStyle/>
          <a:p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447F428C-5AA7-413C-A721-B7AADDF8B42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Siemens Logo">
            <a:extLst>
              <a:ext uri="{FF2B5EF4-FFF2-40B4-BE49-F238E27FC236}">
                <a16:creationId xmlns:a16="http://schemas.microsoft.com/office/drawing/2014/main" id="{3543E2CC-A901-4194-A712-51CE520302B1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74400" y="6364800"/>
            <a:ext cx="1512000" cy="24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2456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light 40p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B3CAAA86-26BD-41E0-A26A-7AF592C3A3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399" y="1414463"/>
            <a:ext cx="11370437" cy="2462213"/>
          </a:xfrm>
          <a:blipFill dpi="0"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 b="500"/>
            </a:stretch>
          </a:blipFill>
        </p:spPr>
        <p:txBody>
          <a:bodyPr wrap="square" rIns="0" bIns="0" anchor="t" anchorCtr="0">
            <a:spAutoFit/>
          </a:bodyPr>
          <a:lstStyle>
            <a:lvl1pPr marL="270000">
              <a:lnSpc>
                <a:spcPct val="100000"/>
              </a:lnSpc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  <a:br>
              <a:rPr lang="en-US"/>
            </a:br>
            <a:r>
              <a:rPr lang="en-US"/>
              <a:t>extra long headlines</a:t>
            </a:r>
            <a:br>
              <a:rPr lang="en-US"/>
            </a:br>
            <a:r>
              <a:rPr lang="en-US"/>
              <a:t>4 lines 40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3" name="Subhead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1163" y="3876675"/>
            <a:ext cx="9288000" cy="1930123"/>
          </a:xfrm>
          <a:prstGeom prst="rect">
            <a:avLst/>
          </a:prstGeom>
        </p:spPr>
        <p:txBody>
          <a:bodyPr lIns="0" tIns="349200">
            <a:noAutofit/>
          </a:bodyPr>
          <a:lstStyle>
            <a:lvl1pPr marL="0" indent="0" algn="l"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1pPr>
            <a:lvl2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600"/>
            </a:lvl2pPr>
            <a:lvl3pPr marL="0" indent="0" algn="l">
              <a:spcAft>
                <a:spcPts val="300"/>
              </a:spcAft>
              <a:buNone/>
              <a:defRPr sz="1600"/>
            </a:lvl3pPr>
            <a:lvl4pPr marL="0" indent="0" algn="l">
              <a:buNone/>
              <a:defRPr sz="1600"/>
            </a:lvl4pPr>
            <a:lvl5pPr marL="0" indent="0" algn="l">
              <a:buNone/>
              <a:defRPr sz="1600"/>
            </a:lvl5pPr>
            <a:lvl6pPr marL="0" indent="0" algn="l">
              <a:buNone/>
              <a:defRPr sz="1600"/>
            </a:lvl6pPr>
            <a:lvl7pPr marL="0" indent="0" algn="l">
              <a:buNone/>
              <a:defRPr sz="1600"/>
            </a:lvl7pPr>
            <a:lvl8pPr marL="0" indent="0" algn="l">
              <a:buNone/>
              <a:defRPr sz="1600"/>
            </a:lvl8pPr>
            <a:lvl9pPr marL="0" indent="0" algn="l">
              <a:buNone/>
              <a:defRPr sz="1600"/>
            </a:lvl9pPr>
          </a:lstStyle>
          <a:p>
            <a:pPr lvl="0"/>
            <a:r>
              <a:rPr lang="en-US"/>
              <a:t>Subhead for headline size 40 </a:t>
            </a:r>
            <a:r>
              <a:rPr lang="en-US" err="1"/>
              <a:t>pt</a:t>
            </a:r>
            <a:endParaRPr lang="en-US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1498F1A9-6241-4523-AFBC-C74F3AA4AC3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059160" y="6310800"/>
            <a:ext cx="8639240" cy="547200"/>
          </a:xfrm>
        </p:spPr>
        <p:txBody>
          <a:bodyPr/>
          <a:lstStyle/>
          <a:p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267619FE-01EE-4013-B481-A8C505C5D26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Siemens Logo">
            <a:extLst>
              <a:ext uri="{FF2B5EF4-FFF2-40B4-BE49-F238E27FC236}">
                <a16:creationId xmlns:a16="http://schemas.microsoft.com/office/drawing/2014/main" id="{2A2349A4-4A97-42CC-AE59-7EDEE385EDFA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74400" y="6364800"/>
            <a:ext cx="1512000" cy="24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7155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3" pos="6109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891">
          <p15:clr>
            <a:srgbClr val="65CEFF"/>
          </p15:clr>
        </p15:guide>
        <p15:guide id="6" orient="horz" pos="3658">
          <p15:clr>
            <a:srgbClr val="65CEFF"/>
          </p15:clr>
        </p15:guide>
        <p15:guide id="7" orient="horz" pos="4157">
          <p15:clr>
            <a:srgbClr val="65CEFF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CDB9E4A-37E0-45B2-BC93-C2EC503FB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8C6E0B19-DC70-4D19-9A56-05E87567F19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D3DF1D7C-B467-46E9-B036-83EC1DBE71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Siemens Logo">
            <a:extLst>
              <a:ext uri="{FF2B5EF4-FFF2-40B4-BE49-F238E27FC236}">
                <a16:creationId xmlns:a16="http://schemas.microsoft.com/office/drawing/2014/main" id="{E73DB6A8-F91C-4B87-ACAA-19A2D5EA21E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35188" y="6418800"/>
            <a:ext cx="1152000" cy="18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42783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2526">
          <p15:clr>
            <a:srgbClr val="65CEFF"/>
          </p15:clr>
        </p15:guide>
        <p15:guide id="3" pos="2708">
          <p15:clr>
            <a:srgbClr val="65CEFF"/>
          </p15:clr>
        </p15:guide>
        <p15:guide id="4" pos="3705">
          <p15:clr>
            <a:srgbClr val="65CEFF"/>
          </p15:clr>
        </p15:guide>
        <p15:guide id="5" pos="3978">
          <p15:clr>
            <a:srgbClr val="65CEFF"/>
          </p15:clr>
        </p15:guide>
        <p15:guide id="7" pos="4975">
          <p15:clr>
            <a:srgbClr val="65CEFF"/>
          </p15:clr>
        </p15:guide>
        <p15:guide id="8" pos="5157">
          <p15:clr>
            <a:srgbClr val="65CEFF"/>
          </p15:clr>
        </p15:guide>
        <p15:guide id="9" pos="6472">
          <p15:clr>
            <a:srgbClr val="65CEFF"/>
          </p15:clr>
        </p15:guide>
        <p15:guide id="10" pos="7425">
          <p15:clr>
            <a:srgbClr val="65CEFF"/>
          </p15:clr>
        </p15:guide>
        <p15:guide id="11" orient="horz" pos="302">
          <p15:clr>
            <a:srgbClr val="65CEFF"/>
          </p15:clr>
        </p15:guide>
        <p15:guide id="12" orient="horz" pos="664">
          <p15:clr>
            <a:srgbClr val="65CEFF"/>
          </p15:clr>
        </p15:guide>
        <p15:guide id="13" orient="horz" pos="891">
          <p15:clr>
            <a:srgbClr val="65CEFF"/>
          </p15:clr>
        </p15:guide>
        <p15:guide id="14" orient="horz" pos="2206">
          <p15:clr>
            <a:srgbClr val="65CEFF"/>
          </p15:clr>
        </p15:guide>
        <p15:guide id="15" orient="horz" pos="2343">
          <p15:clr>
            <a:srgbClr val="65CEFF"/>
          </p15:clr>
        </p15:guide>
        <p15:guide id="16" orient="horz" pos="3658">
          <p15:clr>
            <a:srgbClr val="65CEFF"/>
          </p15:clr>
        </p15:guide>
        <p15:guide id="17" orient="horz" pos="3885">
          <p15:clr>
            <a:srgbClr val="65CEFF"/>
          </p15:clr>
        </p15:guide>
        <p15:guide id="18" orient="horz" pos="4157">
          <p15:clr>
            <a:srgbClr val="65CEFF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">
            <a:extLst>
              <a:ext uri="{FF2B5EF4-FFF2-40B4-BE49-F238E27FC236}">
                <a16:creationId xmlns:a16="http://schemas.microsoft.com/office/drawing/2014/main" id="{1CAAD1C1-677B-4ED7-96BE-27B1141D53D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1"/>
            <a:ext cx="12192000" cy="6167438"/>
          </a:xfrm>
          <a:solidFill>
            <a:schemeClr val="accent1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Full size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F142F7C-7BE3-40CB-8C53-6F75330735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2400" y="1054100"/>
            <a:ext cx="9252000" cy="1491868"/>
          </a:xfrm>
          <a:noFill/>
        </p:spPr>
        <p:txBody>
          <a:bodyPr wrap="square" rIns="0" bIns="0" anchor="t">
            <a:spAutoFit/>
          </a:bodyPr>
          <a:lstStyle>
            <a:lvl1pPr marL="0">
              <a:lnSpc>
                <a:spcPct val="10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F80D0117-50BB-4A8D-AD28-794FFDA3540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79F3E7D3-5B15-444A-88AC-9161D47F12F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Siemens Logo">
            <a:extLst>
              <a:ext uri="{FF2B5EF4-FFF2-40B4-BE49-F238E27FC236}">
                <a16:creationId xmlns:a16="http://schemas.microsoft.com/office/drawing/2014/main" id="{30251D14-AF6A-4279-B0A9-69FD9519EA5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35188" y="6418800"/>
            <a:ext cx="1152000" cy="18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548874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9" pos="6472">
          <p15:clr>
            <a:srgbClr val="65CEFF"/>
          </p15:clr>
        </p15:guide>
        <p15:guide id="10" pos="7425">
          <p15:clr>
            <a:srgbClr val="65CEFF"/>
          </p15:clr>
        </p15:guide>
        <p15:guide id="12" orient="horz" pos="664">
          <p15:clr>
            <a:srgbClr val="65CEFF"/>
          </p15:clr>
        </p15:guide>
        <p15:guide id="17" orient="horz" pos="3885">
          <p15:clr>
            <a:srgbClr val="65CEFF"/>
          </p15:clr>
        </p15:guide>
        <p15:guide id="18" orient="horz" pos="4157">
          <p15:clr>
            <a:srgbClr val="65CEFF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(Text spot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">
            <a:extLst>
              <a:ext uri="{FF2B5EF4-FFF2-40B4-BE49-F238E27FC236}">
                <a16:creationId xmlns:a16="http://schemas.microsoft.com/office/drawing/2014/main" id="{1CAAD1C1-677B-4ED7-96BE-27B1141D53D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1"/>
            <a:ext cx="7611160" cy="6167438"/>
          </a:xfrm>
          <a:solidFill>
            <a:schemeClr val="accent1"/>
          </a:solidFill>
        </p:spPr>
        <p:txBody>
          <a:bodyPr lIns="144000" tIns="108000" rIns="144000" bIns="10800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FFC798E-B633-4D30-A7C1-DC796BD888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2400" y="1054100"/>
            <a:ext cx="6156275" cy="2215991"/>
          </a:xfrm>
          <a:noFill/>
        </p:spPr>
        <p:txBody>
          <a:bodyPr wrap="square" rIns="0" bIns="0" anchor="t">
            <a:spAutoFit/>
          </a:bodyPr>
          <a:lstStyle>
            <a:lvl1pPr marL="0">
              <a:lnSpc>
                <a:spcPct val="10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  <a:br>
              <a:rPr lang="en-US"/>
            </a:br>
            <a:r>
              <a:rPr lang="en-US"/>
              <a:t>3 lines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6F965802-E517-4CC3-99D7-1DA8BF1FB02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042400" y="1054100"/>
            <a:ext cx="3744000" cy="5113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F80D0117-50BB-4A8D-AD28-794FFDA3540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79F3E7D3-5B15-444A-88AC-9161D47F12F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Siemens Logo">
            <a:extLst>
              <a:ext uri="{FF2B5EF4-FFF2-40B4-BE49-F238E27FC236}">
                <a16:creationId xmlns:a16="http://schemas.microsoft.com/office/drawing/2014/main" id="{30251D14-AF6A-4279-B0A9-69FD9519EA5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35188" y="6418800"/>
            <a:ext cx="1152000" cy="18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740842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4522">
          <p15:clr>
            <a:srgbClr val="65CEFF"/>
          </p15:clr>
        </p15:guide>
        <p15:guide id="3" pos="4794">
          <p15:clr>
            <a:srgbClr val="65CEFF"/>
          </p15:clr>
        </p15:guide>
        <p15:guide id="4" pos="5066">
          <p15:clr>
            <a:srgbClr val="65CEFF"/>
          </p15:clr>
        </p15:guide>
        <p15:guide id="5" pos="6472">
          <p15:clr>
            <a:srgbClr val="65CEFF"/>
          </p15:clr>
        </p15:guide>
        <p15:guide id="6" pos="7425">
          <p15:clr>
            <a:srgbClr val="65CEFF"/>
          </p15:clr>
        </p15:guide>
        <p15:guide id="7" orient="horz" pos="302">
          <p15:clr>
            <a:srgbClr val="65CEFF"/>
          </p15:clr>
        </p15:guide>
        <p15:guide id="8" orient="horz" pos="664">
          <p15:clr>
            <a:srgbClr val="65CEFF"/>
          </p15:clr>
        </p15:guide>
        <p15:guide id="9" orient="horz" pos="891">
          <p15:clr>
            <a:srgbClr val="65CEFF"/>
          </p15:clr>
        </p15:guide>
        <p15:guide id="10" orient="horz" pos="3658">
          <p15:clr>
            <a:srgbClr val="65CEFF"/>
          </p15:clr>
        </p15:guide>
        <p15:guide id="11" orient="horz" pos="3885">
          <p15:clr>
            <a:srgbClr val="65CEFF"/>
          </p15:clr>
        </p15:guide>
        <p15:guide id="12" orient="horz" pos="4157">
          <p15:clr>
            <a:srgbClr val="65CEFF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9C4633C1-8D3E-45A5-A522-817574663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9CE7E2D8-94E8-4FE6-93A5-924CA3EC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162" y="1414800"/>
            <a:ext cx="7199313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E519D384-FA09-4D60-95A8-589F157A93F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7B1666FD-2258-443A-846C-6C7533C61D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Siemens Logo">
            <a:extLst>
              <a:ext uri="{FF2B5EF4-FFF2-40B4-BE49-F238E27FC236}">
                <a16:creationId xmlns:a16="http://schemas.microsoft.com/office/drawing/2014/main" id="{91EB517C-C8FD-4E2E-B744-DB952E96B478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35188" y="6418800"/>
            <a:ext cx="1152000" cy="18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695504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4794">
          <p15:clr>
            <a:srgbClr val="65CEFF"/>
          </p15:clr>
        </p15:guide>
        <p15:guide id="3" pos="6472">
          <p15:clr>
            <a:srgbClr val="65CEFF"/>
          </p15:clr>
        </p15:guide>
        <p15:guide id="4" pos="7425">
          <p15:clr>
            <a:srgbClr val="65CEFF"/>
          </p15:clr>
        </p15:guide>
        <p15:guide id="5" orient="horz" pos="302">
          <p15:clr>
            <a:srgbClr val="65CEFF"/>
          </p15:clr>
        </p15:guide>
        <p15:guide id="6" orient="horz" pos="664">
          <p15:clr>
            <a:srgbClr val="65CEFF"/>
          </p15:clr>
        </p15:guide>
        <p15:guide id="7" orient="horz" pos="891">
          <p15:clr>
            <a:srgbClr val="65CEFF"/>
          </p15:clr>
        </p15:guide>
        <p15:guide id="8" orient="horz" pos="3658">
          <p15:clr>
            <a:srgbClr val="65CEFF"/>
          </p15:clr>
        </p15:guide>
        <p15:guide id="9" orient="horz" pos="3885">
          <p15:clr>
            <a:srgbClr val="65CEFF"/>
          </p15:clr>
        </p15:guide>
        <p15:guide id="10" orient="horz" pos="4157">
          <p15:clr>
            <a:srgbClr val="65CEFF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lar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>
            <a:extLst>
              <a:ext uri="{FF2B5EF4-FFF2-40B4-BE49-F238E27FC236}">
                <a16:creationId xmlns:a16="http://schemas.microsoft.com/office/drawing/2014/main" id="{9C4633C1-8D3E-45A5-A522-817574663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9CE7E2D8-94E8-4FE6-93A5-924CA3EC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162" y="1414800"/>
            <a:ext cx="11376026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7367E6C0-4D2C-4C5F-86D8-A2CFF0EB3D6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F746812-65E3-4C09-AC38-B0CFE93C8A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Siemens Logo">
            <a:extLst>
              <a:ext uri="{FF2B5EF4-FFF2-40B4-BE49-F238E27FC236}">
                <a16:creationId xmlns:a16="http://schemas.microsoft.com/office/drawing/2014/main" id="{2EA6CE5F-6FF7-4E0A-AEB2-1A7C43CE05C1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35188" y="6418800"/>
            <a:ext cx="1152000" cy="18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291534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472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302">
          <p15:clr>
            <a:srgbClr val="65CEFF"/>
          </p15:clr>
        </p15:guide>
        <p15:guide id="5" orient="horz" pos="664">
          <p15:clr>
            <a:srgbClr val="65CEFF"/>
          </p15:clr>
        </p15:guide>
        <p15:guide id="6" orient="horz" pos="891">
          <p15:clr>
            <a:srgbClr val="65CEFF"/>
          </p15:clr>
        </p15:guide>
        <p15:guide id="7" orient="horz" pos="3658">
          <p15:clr>
            <a:srgbClr val="65CEFF"/>
          </p15:clr>
        </p15:guide>
        <p15:guide id="8" orient="horz" pos="3885">
          <p15:clr>
            <a:srgbClr val="65CEFF"/>
          </p15:clr>
        </p15:guide>
        <p15:guide id="9" orient="horz" pos="4157">
          <p15:clr>
            <a:srgbClr val="65CEFF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39939C22-A735-46A9-A277-A4B1B330F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A8B1D58A-DC84-4573-957E-9BEA9AAB30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1162" y="1414800"/>
            <a:ext cx="5470526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py 2">
            <a:extLst>
              <a:ext uri="{FF2B5EF4-FFF2-40B4-BE49-F238E27FC236}">
                <a16:creationId xmlns:a16="http://schemas.microsoft.com/office/drawing/2014/main" id="{BF3FF41E-3844-4153-B955-A1F3E9EC1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5075" y="1414800"/>
            <a:ext cx="5465763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33A503D1-D234-4258-9A03-D858B10BA4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1AA656B-0BAF-4B75-90BE-93CAC5946C0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Siemens Logo">
            <a:extLst>
              <a:ext uri="{FF2B5EF4-FFF2-40B4-BE49-F238E27FC236}">
                <a16:creationId xmlns:a16="http://schemas.microsoft.com/office/drawing/2014/main" id="{6FCACBED-2537-4F3E-8D2C-E60141005364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35188" y="6418800"/>
            <a:ext cx="1152000" cy="18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919784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3705">
          <p15:clr>
            <a:srgbClr val="65CEFF"/>
          </p15:clr>
        </p15:guide>
        <p15:guide id="3" pos="3978">
          <p15:clr>
            <a:srgbClr val="65CEFF"/>
          </p15:clr>
        </p15:guide>
        <p15:guide id="4" pos="6472">
          <p15:clr>
            <a:srgbClr val="65CEFF"/>
          </p15:clr>
        </p15:guide>
        <p15:guide id="5" pos="7425">
          <p15:clr>
            <a:srgbClr val="65CEFF"/>
          </p15:clr>
        </p15:guide>
        <p15:guide id="6" orient="horz" pos="302">
          <p15:clr>
            <a:srgbClr val="65CEFF"/>
          </p15:clr>
        </p15:guide>
        <p15:guide id="7" orient="horz" pos="664">
          <p15:clr>
            <a:srgbClr val="65CEFF"/>
          </p15:clr>
        </p15:guide>
        <p15:guide id="8" orient="horz" pos="891">
          <p15:clr>
            <a:srgbClr val="65CEFF"/>
          </p15:clr>
        </p15:guide>
        <p15:guide id="9" orient="horz" pos="3658">
          <p15:clr>
            <a:srgbClr val="65CEFF"/>
          </p15:clr>
        </p15:guide>
        <p15:guide id="10" orient="horz" pos="3885">
          <p15:clr>
            <a:srgbClr val="65CEFF"/>
          </p15:clr>
        </p15:guide>
        <p15:guide id="11" orient="horz" pos="4157">
          <p15:clr>
            <a:srgbClr val="65CEFF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39939C22-A735-46A9-A277-A4B1B330F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A8B1D58A-DC84-4573-957E-9BEA9AAB30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1162" y="1414800"/>
            <a:ext cx="3600000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py 2">
            <a:extLst>
              <a:ext uri="{FF2B5EF4-FFF2-40B4-BE49-F238E27FC236}">
                <a16:creationId xmlns:a16="http://schemas.microsoft.com/office/drawing/2014/main" id="{BF3FF41E-3844-4153-B955-A1F3E9EC1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98400" y="1414800"/>
            <a:ext cx="3600000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py 3">
            <a:extLst>
              <a:ext uri="{FF2B5EF4-FFF2-40B4-BE49-F238E27FC236}">
                <a16:creationId xmlns:a16="http://schemas.microsoft.com/office/drawing/2014/main" id="{F020B491-E63A-4FB5-94ED-2BC31EB35C33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8186400" y="1414800"/>
            <a:ext cx="3600000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E613FA68-C74A-4621-9563-250388EBCC8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F9117D9C-D502-472C-A3C8-FA9087A2EDC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Siemens Logo">
            <a:extLst>
              <a:ext uri="{FF2B5EF4-FFF2-40B4-BE49-F238E27FC236}">
                <a16:creationId xmlns:a16="http://schemas.microsoft.com/office/drawing/2014/main" id="{6FCACBED-2537-4F3E-8D2C-E60141005364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35188" y="6418800"/>
            <a:ext cx="1152000" cy="18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066396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2526">
          <p15:clr>
            <a:srgbClr val="65CEFF"/>
          </p15:clr>
        </p15:guide>
        <p15:guide id="3" pos="2708">
          <p15:clr>
            <a:srgbClr val="65CEFF"/>
          </p15:clr>
        </p15:guide>
        <p15:guide id="4" pos="4975">
          <p15:clr>
            <a:srgbClr val="65CEFF"/>
          </p15:clr>
        </p15:guide>
        <p15:guide id="5" pos="5157">
          <p15:clr>
            <a:srgbClr val="65CEFF"/>
          </p15:clr>
        </p15:guide>
        <p15:guide id="6" pos="6472">
          <p15:clr>
            <a:srgbClr val="65CEFF"/>
          </p15:clr>
        </p15:guide>
        <p15:guide id="7" pos="7425">
          <p15:clr>
            <a:srgbClr val="65CEFF"/>
          </p15:clr>
        </p15:guide>
        <p15:guide id="8" orient="horz" pos="302">
          <p15:clr>
            <a:srgbClr val="65CEFF"/>
          </p15:clr>
        </p15:guide>
        <p15:guide id="9" orient="horz" pos="664">
          <p15:clr>
            <a:srgbClr val="65CEFF"/>
          </p15:clr>
        </p15:guide>
        <p15:guide id="10" orient="horz" pos="891">
          <p15:clr>
            <a:srgbClr val="65CEFF"/>
          </p15:clr>
        </p15:guide>
        <p15:guide id="11" orient="horz" pos="3658">
          <p15:clr>
            <a:srgbClr val="65CEFF"/>
          </p15:clr>
        </p15:guide>
        <p15:guide id="12" orient="horz" pos="3885">
          <p15:clr>
            <a:srgbClr val="65CEFF"/>
          </p15:clr>
        </p15:guide>
        <p15:guide id="13" orient="horz" pos="4157">
          <p15:clr>
            <a:srgbClr val="65CEFF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39939C22-A735-46A9-A277-A4B1B330F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A8B1D58A-DC84-4573-957E-9BEA9AAB30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1162" y="1414800"/>
            <a:ext cx="5470526" cy="20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py 2">
            <a:extLst>
              <a:ext uri="{FF2B5EF4-FFF2-40B4-BE49-F238E27FC236}">
                <a16:creationId xmlns:a16="http://schemas.microsoft.com/office/drawing/2014/main" id="{2871E7F7-6A93-4406-8617-80D9CFF396A8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411162" y="3718800"/>
            <a:ext cx="5470526" cy="20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py 3">
            <a:extLst>
              <a:ext uri="{FF2B5EF4-FFF2-40B4-BE49-F238E27FC236}">
                <a16:creationId xmlns:a16="http://schemas.microsoft.com/office/drawing/2014/main" id="{BF3FF41E-3844-4153-B955-A1F3E9EC1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5075" y="1414800"/>
            <a:ext cx="5465763" cy="20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Copy 4">
            <a:extLst>
              <a:ext uri="{FF2B5EF4-FFF2-40B4-BE49-F238E27FC236}">
                <a16:creationId xmlns:a16="http://schemas.microsoft.com/office/drawing/2014/main" id="{7AD3B9B1-3210-46C8-8222-A0E11719EB8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15075" y="3718800"/>
            <a:ext cx="5465763" cy="20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1DF6F0C8-00D9-4034-B3CC-D376702BE1C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53D55964-F7E8-48E3-84D5-FE4FE835C56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Siemens Logo">
            <a:extLst>
              <a:ext uri="{FF2B5EF4-FFF2-40B4-BE49-F238E27FC236}">
                <a16:creationId xmlns:a16="http://schemas.microsoft.com/office/drawing/2014/main" id="{6FCACBED-2537-4F3E-8D2C-E60141005364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35188" y="6418800"/>
            <a:ext cx="1152000" cy="18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51207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3705">
          <p15:clr>
            <a:srgbClr val="65CEFF"/>
          </p15:clr>
        </p15:guide>
        <p15:guide id="3" pos="3978">
          <p15:clr>
            <a:srgbClr val="65CEFF"/>
          </p15:clr>
        </p15:guide>
        <p15:guide id="4" pos="6472">
          <p15:clr>
            <a:srgbClr val="65CEFF"/>
          </p15:clr>
        </p15:guide>
        <p15:guide id="5" pos="7425">
          <p15:clr>
            <a:srgbClr val="65CEFF"/>
          </p15:clr>
        </p15:guide>
        <p15:guide id="6" orient="horz" pos="302">
          <p15:clr>
            <a:srgbClr val="65CEFF"/>
          </p15:clr>
        </p15:guide>
        <p15:guide id="7" orient="horz" pos="664">
          <p15:clr>
            <a:srgbClr val="65CEFF"/>
          </p15:clr>
        </p15:guide>
        <p15:guide id="8" orient="horz" pos="891">
          <p15:clr>
            <a:srgbClr val="65CEFF"/>
          </p15:clr>
        </p15:guide>
        <p15:guide id="9" orient="horz" pos="2206">
          <p15:clr>
            <a:srgbClr val="65CEFF"/>
          </p15:clr>
        </p15:guide>
        <p15:guide id="10" orient="horz" pos="2343">
          <p15:clr>
            <a:srgbClr val="65CEFF"/>
          </p15:clr>
        </p15:guide>
        <p15:guide id="11" orient="horz" pos="3658">
          <p15:clr>
            <a:srgbClr val="65CEFF"/>
          </p15:clr>
        </p15:guide>
        <p15:guide id="12" orient="horz" pos="3885">
          <p15:clr>
            <a:srgbClr val="65CEFF"/>
          </p15:clr>
        </p15:guide>
        <p15:guide id="13" orient="horz" pos="4157">
          <p15:clr>
            <a:srgbClr val="65CEFF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(Spot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568133C-15D2-4F33-802E-DF15E789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90866A30-329B-420B-B42B-2C69E0DE6D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11161" y="1414800"/>
            <a:ext cx="7199313" cy="4752000"/>
          </a:xfrm>
          <a:solidFill>
            <a:schemeClr val="bg2"/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</a:p>
        </p:txBody>
      </p:sp>
      <p:sp>
        <p:nvSpPr>
          <p:cNvPr id="4" name="Copy">
            <a:extLst>
              <a:ext uri="{FF2B5EF4-FFF2-40B4-BE49-F238E27FC236}">
                <a16:creationId xmlns:a16="http://schemas.microsoft.com/office/drawing/2014/main" id="{BF3FF41E-3844-4153-B955-A1F3E9EC1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43189" y="1414800"/>
            <a:ext cx="3744000" cy="4752000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">
            <a:extLst>
              <a:ext uri="{FF2B5EF4-FFF2-40B4-BE49-F238E27FC236}">
                <a16:creationId xmlns:a16="http://schemas.microsoft.com/office/drawing/2014/main" id="{33756E69-CA2F-47EC-9D32-CB09C4CD83F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95022CCB-0484-488B-8637-222C3919B0F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Siemens Logo">
            <a:extLst>
              <a:ext uri="{FF2B5EF4-FFF2-40B4-BE49-F238E27FC236}">
                <a16:creationId xmlns:a16="http://schemas.microsoft.com/office/drawing/2014/main" id="{F468BE17-5D03-45C2-9D37-CF354AAA958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35188" y="6418800"/>
            <a:ext cx="1152000" cy="18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58919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4794">
          <p15:clr>
            <a:srgbClr val="65CEFF"/>
          </p15:clr>
        </p15:guide>
        <p15:guide id="3" pos="5066">
          <p15:clr>
            <a:srgbClr val="65CEFF"/>
          </p15:clr>
        </p15:guide>
        <p15:guide id="4" pos="6472">
          <p15:clr>
            <a:srgbClr val="65CEFF"/>
          </p15:clr>
        </p15:guide>
        <p15:guide id="5" pos="7425">
          <p15:clr>
            <a:srgbClr val="65CEFF"/>
          </p15:clr>
        </p15:guide>
        <p15:guide id="6" orient="horz" pos="302">
          <p15:clr>
            <a:srgbClr val="65CEFF"/>
          </p15:clr>
        </p15:guide>
        <p15:guide id="7" orient="horz" pos="664">
          <p15:clr>
            <a:srgbClr val="65CEFF"/>
          </p15:clr>
        </p15:guide>
        <p15:guide id="8" orient="horz" pos="891">
          <p15:clr>
            <a:srgbClr val="65CEFF"/>
          </p15:clr>
        </p15:guide>
        <p15:guide id="9" orient="horz" pos="3658">
          <p15:clr>
            <a:srgbClr val="65CEFF"/>
          </p15:clr>
        </p15:guide>
        <p15:guide id="10" orient="horz" pos="3885">
          <p15:clr>
            <a:srgbClr val="65CEFF"/>
          </p15:clr>
        </p15:guide>
        <p15:guide id="11" orient="horz" pos="4157">
          <p15:clr>
            <a:srgbClr val="65CEFF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cess flow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py 1">
            <a:extLst>
              <a:ext uri="{FF2B5EF4-FFF2-40B4-BE49-F238E27FC236}">
                <a16:creationId xmlns:a16="http://schemas.microsoft.com/office/drawing/2014/main" id="{9CE7E2D8-94E8-4FE6-93A5-924CA3EC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162" y="1414462"/>
            <a:ext cx="3600000" cy="4392000"/>
          </a:xfrm>
          <a:prstGeom prst="rect">
            <a:avLst/>
          </a:prstGeom>
          <a:ln w="19050">
            <a:solidFill>
              <a:schemeClr val="accent2"/>
            </a:solidFill>
          </a:ln>
        </p:spPr>
        <p:txBody>
          <a:bodyPr lIns="216000" tIns="144000" rIns="216000" bIns="144000">
            <a:noAutofit/>
          </a:bodyPr>
          <a:lstStyle>
            <a:lvl1pPr>
              <a:defRPr>
                <a:ln>
                  <a:noFill/>
                </a:ln>
                <a:solidFill>
                  <a:schemeClr val="bg1"/>
                </a:solidFill>
              </a:defRPr>
            </a:lvl1pPr>
            <a:lvl2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2pPr>
            <a:lvl3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3pPr>
            <a:lvl4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4pPr>
            <a:lvl5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5pPr>
            <a:lvl6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6pPr>
            <a:lvl7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7pPr>
            <a:lvl8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8pPr>
            <a:lvl9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py 2">
            <a:extLst>
              <a:ext uri="{FF2B5EF4-FFF2-40B4-BE49-F238E27FC236}">
                <a16:creationId xmlns:a16="http://schemas.microsoft.com/office/drawing/2014/main" id="{3AC3CE10-0C4B-4A11-BA76-8CAFED13661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99176" y="1414462"/>
            <a:ext cx="3600000" cy="4392000"/>
          </a:xfrm>
          <a:prstGeom prst="rect">
            <a:avLst/>
          </a:prstGeom>
          <a:ln w="19050">
            <a:solidFill>
              <a:schemeClr val="accent2"/>
            </a:solidFill>
          </a:ln>
        </p:spPr>
        <p:txBody>
          <a:bodyPr lIns="216000" tIns="144000" rIns="216000" bIns="144000">
            <a:noAutofit/>
          </a:bodyPr>
          <a:lstStyle>
            <a:lvl1pPr>
              <a:defRPr>
                <a:ln>
                  <a:noFill/>
                </a:ln>
                <a:solidFill>
                  <a:schemeClr val="bg1"/>
                </a:solidFill>
              </a:defRPr>
            </a:lvl1pPr>
            <a:lvl2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2pPr>
            <a:lvl3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3pPr>
            <a:lvl4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4pPr>
            <a:lvl5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5pPr>
            <a:lvl6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6pPr>
            <a:lvl7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7pPr>
            <a:lvl8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8pPr>
            <a:lvl9pPr>
              <a:buClr>
                <a:srgbClr val="00FFB9"/>
              </a:buClr>
              <a:defRPr>
                <a:ln>
                  <a:noFill/>
                </a:ln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py 3">
            <a:extLst>
              <a:ext uri="{FF2B5EF4-FFF2-40B4-BE49-F238E27FC236}">
                <a16:creationId xmlns:a16="http://schemas.microsoft.com/office/drawing/2014/main" id="{E840DCCC-8E77-40B8-B94B-A4D3A4D77826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8187189" y="1414462"/>
            <a:ext cx="3600000" cy="4392000"/>
          </a:xfrm>
          <a:prstGeom prst="rect">
            <a:avLst/>
          </a:prstGeom>
          <a:ln w="19050">
            <a:solidFill>
              <a:schemeClr val="accent2"/>
            </a:solidFill>
          </a:ln>
        </p:spPr>
        <p:txBody>
          <a:bodyPr vert="horz" lIns="216000" tIns="144000" rIns="216000" bIns="144000" rtlCol="0">
            <a:noAutofit/>
          </a:bodyPr>
          <a:lstStyle>
            <a:lvl1pPr>
              <a:defRPr lang="en-US" dirty="0">
                <a:ln>
                  <a:noFill/>
                </a:ln>
                <a:solidFill>
                  <a:schemeClr val="bg1"/>
                </a:solidFill>
              </a:defRPr>
            </a:lvl1pPr>
            <a:lvl2pPr>
              <a:buClr>
                <a:schemeClr val="accent1"/>
              </a:buClr>
              <a:defRPr lang="en-US" dirty="0">
                <a:ln>
                  <a:noFill/>
                </a:ln>
                <a:solidFill>
                  <a:schemeClr val="bg1"/>
                </a:solidFill>
              </a:defRPr>
            </a:lvl2pPr>
            <a:lvl3pPr>
              <a:buClr>
                <a:schemeClr val="accent1"/>
              </a:buClr>
              <a:defRPr lang="en-US" dirty="0">
                <a:ln>
                  <a:noFill/>
                </a:ln>
                <a:solidFill>
                  <a:schemeClr val="bg1"/>
                </a:solidFill>
              </a:defRPr>
            </a:lvl3pPr>
            <a:lvl4pPr>
              <a:buClr>
                <a:schemeClr val="accent1"/>
              </a:buClr>
              <a:defRPr lang="en-US" dirty="0">
                <a:ln>
                  <a:noFill/>
                </a:ln>
                <a:solidFill>
                  <a:schemeClr val="bg1"/>
                </a:solidFill>
              </a:defRPr>
            </a:lvl4pPr>
            <a:lvl5pPr>
              <a:buClr>
                <a:schemeClr val="accent1"/>
              </a:buClr>
              <a:defRPr lang="en-US" dirty="0">
                <a:ln>
                  <a:noFill/>
                </a:ln>
                <a:solidFill>
                  <a:schemeClr val="bg1"/>
                </a:solidFill>
              </a:defRPr>
            </a:lvl5pPr>
            <a:lvl6pPr>
              <a:buClr>
                <a:schemeClr val="accent1"/>
              </a:buClr>
              <a:defRPr lang="en-US" dirty="0">
                <a:ln>
                  <a:noFill/>
                </a:ln>
                <a:solidFill>
                  <a:schemeClr val="bg1"/>
                </a:solidFill>
              </a:defRPr>
            </a:lvl6pPr>
            <a:lvl7pPr>
              <a:buClr>
                <a:schemeClr val="accent1"/>
              </a:buClr>
              <a:defRPr lang="en-US" dirty="0">
                <a:ln>
                  <a:noFill/>
                </a:ln>
                <a:solidFill>
                  <a:schemeClr val="bg1"/>
                </a:solidFill>
              </a:defRPr>
            </a:lvl7pPr>
            <a:lvl8pPr>
              <a:buClr>
                <a:schemeClr val="accent1"/>
              </a:buClr>
              <a:defRPr lang="en-US" dirty="0">
                <a:ln>
                  <a:noFill/>
                </a:ln>
                <a:solidFill>
                  <a:schemeClr val="bg1"/>
                </a:solidFill>
              </a:defRPr>
            </a:lvl8pPr>
            <a:lvl9pPr>
              <a:buClr>
                <a:schemeClr val="accent1"/>
              </a:buClr>
              <a:defRPr lang="en-US" dirty="0">
                <a:ln>
                  <a:noFill/>
                </a:ln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91FCCEDD-7521-4BD5-8A32-A62DA624670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>
                <a:solidFill>
                  <a:schemeClr val="bg1"/>
                </a:solidFill>
              </a:rPr>
              <a:t>Restricted | © Siemens 2025 | 09-2025 | Siemens Digital Industries Software | Where today meets tomorrow.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C2AAE3E-7F56-4838-BCE7-6B966549F4D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Siemens Logo">
            <a:extLst>
              <a:ext uri="{FF2B5EF4-FFF2-40B4-BE49-F238E27FC236}">
                <a16:creationId xmlns:a16="http://schemas.microsoft.com/office/drawing/2014/main" id="{E5DDD55C-5C17-4BCD-A9BB-FE8A69DC48DE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12" name="Title">
            <a:extLst>
              <a:ext uri="{FF2B5EF4-FFF2-40B4-BE49-F238E27FC236}">
                <a16:creationId xmlns:a16="http://schemas.microsoft.com/office/drawing/2014/main" id="{9ADC0F91-444B-0C47-804B-CA575449F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478800"/>
            <a:ext cx="9863997" cy="576000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3" name="Siemens Logo">
            <a:extLst>
              <a:ext uri="{FF2B5EF4-FFF2-40B4-BE49-F238E27FC236}">
                <a16:creationId xmlns:a16="http://schemas.microsoft.com/office/drawing/2014/main" id="{FC186129-E58C-8C48-B968-215E23174E70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87588" y="6571200"/>
            <a:ext cx="1152000" cy="18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1107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2526">
          <p15:clr>
            <a:srgbClr val="65CEFF"/>
          </p15:clr>
        </p15:guide>
        <p15:guide id="3" pos="2708">
          <p15:clr>
            <a:srgbClr val="65CEFF"/>
          </p15:clr>
        </p15:guide>
        <p15:guide id="4" pos="4975">
          <p15:clr>
            <a:srgbClr val="65CEFF"/>
          </p15:clr>
        </p15:guide>
        <p15:guide id="5" pos="5157">
          <p15:clr>
            <a:srgbClr val="65CEFF"/>
          </p15:clr>
        </p15:guide>
        <p15:guide id="6" pos="6472">
          <p15:clr>
            <a:srgbClr val="65CEFF"/>
          </p15:clr>
        </p15:guide>
        <p15:guide id="7" pos="7425">
          <p15:clr>
            <a:srgbClr val="65CEFF"/>
          </p15:clr>
        </p15:guide>
        <p15:guide id="8" orient="horz" pos="302">
          <p15:clr>
            <a:srgbClr val="65CEFF"/>
          </p15:clr>
        </p15:guide>
        <p15:guide id="9" orient="horz" pos="664">
          <p15:clr>
            <a:srgbClr val="65CEFF"/>
          </p15:clr>
        </p15:guide>
        <p15:guide id="10" orient="horz" pos="891">
          <p15:clr>
            <a:srgbClr val="65CEFF"/>
          </p15:clr>
        </p15:guide>
        <p15:guide id="11" orient="horz" pos="3658">
          <p15:clr>
            <a:srgbClr val="65CEFF"/>
          </p15:clr>
        </p15:guide>
        <p15:guide id="12" orient="horz" pos="3885">
          <p15:clr>
            <a:srgbClr val="65CEFF"/>
          </p15:clr>
        </p15:guide>
        <p15:guide id="13" orient="horz" pos="4157">
          <p15:clr>
            <a:srgbClr val="65CEFF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py">
            <a:extLst>
              <a:ext uri="{FF2B5EF4-FFF2-40B4-BE49-F238E27FC236}">
                <a16:creationId xmlns:a16="http://schemas.microsoft.com/office/drawing/2014/main" id="{9E21D6DF-C9DB-4F02-863A-C5513347A27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2400" y="1702799"/>
            <a:ext cx="9252760" cy="4104000"/>
          </a:xfrm>
        </p:spPr>
        <p:txBody>
          <a:bodyPr>
            <a:noAutofit/>
          </a:bodyPr>
          <a:lstStyle>
            <a:lvl1pPr marL="0">
              <a:lnSpc>
                <a:spcPct val="110000"/>
              </a:lnSpc>
              <a:spcAft>
                <a:spcPts val="0"/>
              </a:spcAft>
              <a:defRPr sz="4800" b="0">
                <a:solidFill>
                  <a:schemeClr val="tx2"/>
                </a:solidFill>
              </a:defRPr>
            </a:lvl1pPr>
            <a:lvl2pPr marL="36000" indent="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</a:defRPr>
            </a:lvl2pPr>
            <a:lvl3pPr marL="36000" indent="0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None/>
              <a:defRPr sz="1800">
                <a:solidFill>
                  <a:schemeClr val="accent1"/>
                </a:solidFill>
              </a:defRPr>
            </a:lvl3pPr>
            <a:lvl4pPr marL="0" indent="0">
              <a:lnSpc>
                <a:spcPct val="110000"/>
              </a:lnSpc>
              <a:spcAft>
                <a:spcPts val="0"/>
              </a:spcAft>
              <a:buNone/>
              <a:defRPr sz="4800"/>
            </a:lvl4pPr>
            <a:lvl5pPr marL="0" indent="0">
              <a:lnSpc>
                <a:spcPct val="110000"/>
              </a:lnSpc>
              <a:spcAft>
                <a:spcPts val="0"/>
              </a:spcAft>
              <a:buNone/>
              <a:defRPr sz="4800"/>
            </a:lvl5pPr>
          </a:lstStyle>
          <a:p>
            <a:pPr lvl="0"/>
            <a:r>
              <a:rPr lang="en-US"/>
              <a:t>Please insert quote here</a:t>
            </a:r>
          </a:p>
          <a:p>
            <a:pPr lvl="1"/>
            <a:r>
              <a:rPr lang="en-US"/>
              <a:t>Name, Author</a:t>
            </a:r>
          </a:p>
        </p:txBody>
      </p:sp>
      <p:sp>
        <p:nvSpPr>
          <p:cNvPr id="12" name="Quote marks">
            <a:extLst>
              <a:ext uri="{FF2B5EF4-FFF2-40B4-BE49-F238E27FC236}">
                <a16:creationId xmlns:a16="http://schemas.microsoft.com/office/drawing/2014/main" id="{58EF2AB0-A78A-44C9-9A7D-F20D9ED854E0}"/>
              </a:ext>
            </a:extLst>
          </p:cNvPr>
          <p:cNvSpPr/>
          <p:nvPr/>
        </p:nvSpPr>
        <p:spPr>
          <a:xfrm>
            <a:off x="1058400" y="766763"/>
            <a:ext cx="907891" cy="647700"/>
          </a:xfrm>
          <a:custGeom>
            <a:avLst/>
            <a:gdLst>
              <a:gd name="connsiteX0" fmla="*/ 0 w 2619164"/>
              <a:gd name="connsiteY0" fmla="*/ 1868543 h 1868542"/>
              <a:gd name="connsiteX1" fmla="*/ 742610 w 2619164"/>
              <a:gd name="connsiteY1" fmla="*/ 0 h 1868542"/>
              <a:gd name="connsiteX2" fmla="*/ 1318210 w 2619164"/>
              <a:gd name="connsiteY2" fmla="*/ 0 h 1868542"/>
              <a:gd name="connsiteX3" fmla="*/ 742610 w 2619164"/>
              <a:gd name="connsiteY3" fmla="*/ 1868543 h 1868542"/>
              <a:gd name="connsiteX4" fmla="*/ 0 w 2619164"/>
              <a:gd name="connsiteY4" fmla="*/ 1868543 h 1868542"/>
              <a:gd name="connsiteX5" fmla="*/ 1300954 w 2619164"/>
              <a:gd name="connsiteY5" fmla="*/ 1868543 h 1868542"/>
              <a:gd name="connsiteX6" fmla="*/ 2043564 w 2619164"/>
              <a:gd name="connsiteY6" fmla="*/ 0 h 1868542"/>
              <a:gd name="connsiteX7" fmla="*/ 2619164 w 2619164"/>
              <a:gd name="connsiteY7" fmla="*/ 0 h 1868542"/>
              <a:gd name="connsiteX8" fmla="*/ 2043564 w 2619164"/>
              <a:gd name="connsiteY8" fmla="*/ 1868543 h 1868542"/>
              <a:gd name="connsiteX9" fmla="*/ 1300954 w 2619164"/>
              <a:gd name="connsiteY9" fmla="*/ 1868543 h 1868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19164" h="1868542">
                <a:moveTo>
                  <a:pt x="0" y="1868543"/>
                </a:moveTo>
                <a:lnTo>
                  <a:pt x="742610" y="0"/>
                </a:lnTo>
                <a:lnTo>
                  <a:pt x="1318210" y="0"/>
                </a:lnTo>
                <a:lnTo>
                  <a:pt x="742610" y="1868543"/>
                </a:lnTo>
                <a:lnTo>
                  <a:pt x="0" y="1868543"/>
                </a:lnTo>
                <a:close/>
                <a:moveTo>
                  <a:pt x="1300954" y="1868543"/>
                </a:moveTo>
                <a:lnTo>
                  <a:pt x="2043564" y="0"/>
                </a:lnTo>
                <a:lnTo>
                  <a:pt x="2619164" y="0"/>
                </a:lnTo>
                <a:lnTo>
                  <a:pt x="2043564" y="1868543"/>
                </a:lnTo>
                <a:lnTo>
                  <a:pt x="1300954" y="1868543"/>
                </a:lnTo>
                <a:close/>
              </a:path>
            </a:pathLst>
          </a:custGeom>
          <a:gradFill>
            <a:gsLst>
              <a:gs pos="0">
                <a:srgbClr val="00FFB9"/>
              </a:gs>
              <a:gs pos="100000">
                <a:srgbClr val="00E6DC"/>
              </a:gs>
            </a:gsLst>
            <a:lin ang="5400000" scaled="1"/>
          </a:gradFill>
          <a:ln w="6158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Footer Placeholder">
            <a:extLst>
              <a:ext uri="{FF2B5EF4-FFF2-40B4-BE49-F238E27FC236}">
                <a16:creationId xmlns:a16="http://schemas.microsoft.com/office/drawing/2014/main" id="{6AEDD147-ACC0-4A9C-9043-90612765C0F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4131F54F-C70B-4435-91E6-F995F83E6C6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Siemens Logo">
            <a:extLst>
              <a:ext uri="{FF2B5EF4-FFF2-40B4-BE49-F238E27FC236}">
                <a16:creationId xmlns:a16="http://schemas.microsoft.com/office/drawing/2014/main" id="{F8D833B7-9866-4D2D-AEB7-012D6DDE2A37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35188" y="6418800"/>
            <a:ext cx="1152000" cy="18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061995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472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891">
          <p15:clr>
            <a:srgbClr val="65CEFF"/>
          </p15:clr>
        </p15:guide>
        <p15:guide id="5" orient="horz" pos="1073">
          <p15:clr>
            <a:srgbClr val="65CEFF"/>
          </p15:clr>
        </p15:guide>
        <p15:guide id="6" orient="horz" pos="2206">
          <p15:clr>
            <a:srgbClr val="65CEFF"/>
          </p15:clr>
        </p15:guide>
        <p15:guide id="7" orient="horz" pos="2343">
          <p15:clr>
            <a:srgbClr val="65CEFF"/>
          </p15:clr>
        </p15:guide>
        <p15:guide id="8" orient="horz" pos="3658">
          <p15:clr>
            <a:srgbClr val="65CEFF"/>
          </p15:clr>
        </p15:guide>
        <p15:guide id="9" orient="horz" pos="3885">
          <p15:clr>
            <a:srgbClr val="65CEFF"/>
          </p15:clr>
        </p15:guide>
        <p15:guide id="10" orient="horz" pos="4157">
          <p15:clr>
            <a:srgbClr val="65CEFF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39939C22-A735-46A9-A277-A4B1B330F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6400" y="1271538"/>
            <a:ext cx="10800000" cy="4536000"/>
          </a:xfrm>
        </p:spPr>
        <p:txBody>
          <a:bodyPr lIns="0" tIns="0" rIns="0" bIns="0" anchor="t">
            <a:noAutofit/>
          </a:bodyPr>
          <a:lstStyle>
            <a:lvl1pPr>
              <a:lnSpc>
                <a:spcPct val="90000"/>
              </a:lnSpc>
              <a:defRPr sz="8000">
                <a:gradFill>
                  <a:gsLst>
                    <a:gs pos="0">
                      <a:schemeClr val="accent2"/>
                    </a:gs>
                    <a:gs pos="100000">
                      <a:schemeClr val="accent3"/>
                    </a:gs>
                  </a:gsLst>
                  <a:lin ang="0" scaled="1"/>
                </a:gra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">
            <a:extLst>
              <a:ext uri="{FF2B5EF4-FFF2-40B4-BE49-F238E27FC236}">
                <a16:creationId xmlns:a16="http://schemas.microsoft.com/office/drawing/2014/main" id="{39F9E844-3827-4B6C-9CB5-13C9A70DCD4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D52C2AF7-8539-453F-BD56-35B696DB20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Siemens Logo">
            <a:extLst>
              <a:ext uri="{FF2B5EF4-FFF2-40B4-BE49-F238E27FC236}">
                <a16:creationId xmlns:a16="http://schemas.microsoft.com/office/drawing/2014/main" id="{F8D833B7-9866-4D2D-AEB7-012D6DDE2A37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35188" y="6418800"/>
            <a:ext cx="1152000" cy="18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249072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472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801">
          <p15:clr>
            <a:srgbClr val="65CEFF"/>
          </p15:clr>
        </p15:guide>
        <p15:guide id="5" orient="horz" pos="3658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B29E3DA4-014E-4F3D-8186-84366ADFCB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163" y="1234800"/>
            <a:ext cx="9863237" cy="1162523"/>
          </a:xfrm>
          <a:blipFill dpi="0" rotWithShape="1"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a:blipFill>
        </p:spPr>
        <p:txBody>
          <a:bodyPr wrap="square" lIns="0" tIns="54000" rIns="0" bIns="0" anchor="t" anchorCtr="0">
            <a:spAutoFit/>
          </a:bodyPr>
          <a:lstStyle>
            <a:lvl1pPr marL="540000">
              <a:defRPr lang="en-US" sz="80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58400" y="2397324"/>
            <a:ext cx="9216000" cy="3409751"/>
          </a:xfrm>
          <a:prstGeom prst="rect">
            <a:avLst/>
          </a:prstGeom>
        </p:spPr>
        <p:txBody>
          <a:bodyPr tIns="108000">
            <a:noAutofit/>
          </a:bodyPr>
          <a:lstStyle>
            <a:lvl1pPr marL="0" indent="0" algn="l">
              <a:spcAft>
                <a:spcPts val="0"/>
              </a:spcAft>
              <a:buNone/>
              <a:defRPr sz="1800" b="1">
                <a:solidFill>
                  <a:schemeClr val="bg1"/>
                </a:solidFill>
              </a:defRPr>
            </a:lvl1pPr>
            <a:lvl2pPr marL="0" indent="0" algn="l">
              <a:spcBef>
                <a:spcPts val="600"/>
              </a:spcBef>
              <a:spcAft>
                <a:spcPts val="0"/>
              </a:spcAft>
              <a:buFontTx/>
              <a:buNone/>
              <a:defRPr sz="1400" b="1">
                <a:solidFill>
                  <a:schemeClr val="bg1"/>
                </a:solidFill>
              </a:defRPr>
            </a:lvl2pPr>
            <a:lvl3pPr marL="180000" indent="-180000" algn="l">
              <a:spcAft>
                <a:spcPts val="0"/>
              </a:spcAft>
              <a:buFontTx/>
              <a:buNone/>
              <a:defRPr sz="1400" b="0"/>
            </a:lvl3pPr>
            <a:lvl4pPr marL="360000" indent="-180000" algn="l">
              <a:spcAft>
                <a:spcPts val="0"/>
              </a:spcAft>
              <a:buFontTx/>
              <a:buNone/>
              <a:defRPr sz="1400"/>
            </a:lvl4pPr>
            <a:lvl5pPr marL="360000" indent="-180000" algn="l">
              <a:spcAft>
                <a:spcPts val="0"/>
              </a:spcAft>
              <a:buFontTx/>
              <a:buNone/>
              <a:defRPr sz="1400" b="1"/>
            </a:lvl5pPr>
            <a:lvl6pPr marL="540000" indent="-180000" algn="l">
              <a:spcAft>
                <a:spcPts val="0"/>
              </a:spcAft>
              <a:buFont typeface="Arial" panose="020B0604020202020204" pitchFamily="34" charset="0"/>
              <a:buChar char="•"/>
              <a:defRPr sz="1400"/>
            </a:lvl6pPr>
            <a:lvl7pPr marL="540000" indent="-180000" algn="l">
              <a:spcAft>
                <a:spcPts val="0"/>
              </a:spcAft>
              <a:buFont typeface="Arial" panose="020B0604020202020204" pitchFamily="34" charset="0"/>
              <a:buChar char="•"/>
              <a:defRPr sz="1400" b="1"/>
            </a:lvl7pPr>
            <a:lvl8pPr marL="720000" indent="-180000" algn="l">
              <a:spcAft>
                <a:spcPts val="0"/>
              </a:spcAft>
              <a:buFont typeface="Arial" panose="020B0604020202020204" pitchFamily="34" charset="0"/>
              <a:buChar char="•"/>
              <a:defRPr sz="1400"/>
            </a:lvl8pPr>
            <a:lvl9pPr marL="720000" indent="-180000" algn="l">
              <a:spcAft>
                <a:spcPts val="0"/>
              </a:spcAft>
              <a:buFont typeface="Arial" panose="020B0604020202020204" pitchFamily="34" charset="0"/>
              <a:buChar char="•"/>
              <a:defRPr sz="1400" b="1"/>
            </a:lvl9pPr>
          </a:lstStyle>
          <a:p>
            <a:pPr lvl="0"/>
            <a:r>
              <a:rPr lang="en-US"/>
              <a:t>Click to edit the agenda</a:t>
            </a:r>
            <a:br>
              <a:rPr lang="en-US"/>
            </a:br>
            <a:r>
              <a:rPr lang="en-US"/>
              <a:t>Item 2</a:t>
            </a:r>
          </a:p>
          <a:p>
            <a:pPr lvl="0"/>
            <a:r>
              <a:rPr lang="en-US"/>
              <a:t>Item 3</a:t>
            </a:r>
          </a:p>
          <a:p>
            <a:pPr lvl="1"/>
            <a:endParaRPr lang="en-US"/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3279A350-3BB2-4CA2-A422-8F5A951F6F6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>
                <a:solidFill>
                  <a:schemeClr val="bg1"/>
                </a:solidFill>
              </a:rPr>
              <a:t>Restricted | © Siemens 2025 | 09-2025 | Siemens Digital Industries Software | Where today meets tomorrow.</a:t>
            </a:r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CFF9630D-791D-45AE-8E5E-36F747F599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Siemens Logo">
            <a:extLst>
              <a:ext uri="{FF2B5EF4-FFF2-40B4-BE49-F238E27FC236}">
                <a16:creationId xmlns:a16="http://schemas.microsoft.com/office/drawing/2014/main" id="{ECEAA6E3-1B84-5F4F-AA15-65CC04A1F3F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34472" y="6419088"/>
            <a:ext cx="1152144" cy="183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0922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472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778">
          <p15:clr>
            <a:srgbClr val="65CEFF"/>
          </p15:clr>
        </p15:guide>
        <p15:guide id="5" orient="horz" pos="3658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B29E3DA4-014E-4F3D-8186-84366ADFCB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163" y="1234800"/>
            <a:ext cx="9863237" cy="1162523"/>
          </a:xfrm>
          <a:blipFill dpi="0" rotWithShape="1"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a:blipFill>
        </p:spPr>
        <p:txBody>
          <a:bodyPr wrap="square" lIns="0" tIns="54000" rIns="0" bIns="0" anchor="t" anchorCtr="0">
            <a:spAutoFit/>
          </a:bodyPr>
          <a:lstStyle>
            <a:lvl1pPr marL="540000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/>
              <a:t>Contact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89304306-5233-4901-B576-444696A2EA3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58400" y="2397324"/>
            <a:ext cx="9216000" cy="3409751"/>
          </a:xfrm>
          <a:prstGeom prst="rect">
            <a:avLst/>
          </a:prstGeom>
        </p:spPr>
        <p:txBody>
          <a:bodyPr tIns="108000">
            <a:noAutofit/>
          </a:bodyPr>
          <a:lstStyle>
            <a:lvl1pPr marL="0" indent="0" algn="l">
              <a:spcAft>
                <a:spcPts val="0"/>
              </a:spcAft>
              <a:buNone/>
              <a:defRPr lang="en-US" sz="1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1">
                <a:solidFill>
                  <a:schemeClr val="bg1"/>
                </a:solidFill>
              </a:defRPr>
            </a:lvl2pPr>
            <a:lvl3pPr marL="180000" indent="-180000" algn="l">
              <a:spcAft>
                <a:spcPts val="0"/>
              </a:spcAft>
              <a:buFontTx/>
              <a:buNone/>
              <a:defRPr sz="1600" b="0">
                <a:solidFill>
                  <a:schemeClr val="bg1"/>
                </a:solidFill>
              </a:defRPr>
            </a:lvl3pPr>
            <a:lvl4pPr marL="360000" indent="-180000" algn="l">
              <a:spcAft>
                <a:spcPts val="0"/>
              </a:spcAft>
              <a:buFontTx/>
              <a:buNone/>
              <a:defRPr sz="1400">
                <a:solidFill>
                  <a:schemeClr val="bg1"/>
                </a:solidFill>
              </a:defRPr>
            </a:lvl4pPr>
            <a:lvl5pPr marL="360000" indent="-180000" algn="l">
              <a:spcAft>
                <a:spcPts val="0"/>
              </a:spcAft>
              <a:buFontTx/>
              <a:buNone/>
              <a:defRPr sz="1400" b="1">
                <a:solidFill>
                  <a:schemeClr val="bg1"/>
                </a:solidFill>
              </a:defRPr>
            </a:lvl5pPr>
            <a:lvl6pPr marL="540000" indent="-180000" algn="l">
              <a:spcAft>
                <a:spcPts val="0"/>
              </a:spcAft>
              <a:buFont typeface="Arial" panose="020B0604020202020204" pitchFamily="34" charset="0"/>
              <a:buChar char="•"/>
              <a:defRPr sz="1400"/>
            </a:lvl6pPr>
            <a:lvl7pPr marL="540000" indent="-180000" algn="l">
              <a:spcAft>
                <a:spcPts val="0"/>
              </a:spcAft>
              <a:buFont typeface="Arial" panose="020B0604020202020204" pitchFamily="34" charset="0"/>
              <a:buChar char="•"/>
              <a:defRPr sz="1400" b="1"/>
            </a:lvl7pPr>
            <a:lvl8pPr marL="720000" indent="-180000" algn="l">
              <a:spcAft>
                <a:spcPts val="0"/>
              </a:spcAft>
              <a:buFont typeface="Arial" panose="020B0604020202020204" pitchFamily="34" charset="0"/>
              <a:buChar char="•"/>
              <a:defRPr sz="1400"/>
            </a:lvl8pPr>
            <a:lvl9pPr marL="720000" indent="-180000" algn="l">
              <a:spcAft>
                <a:spcPts val="0"/>
              </a:spcAft>
              <a:buFont typeface="Arial" panose="020B0604020202020204" pitchFamily="34" charset="0"/>
              <a:buChar char="•"/>
              <a:defRPr sz="1400" b="1"/>
            </a:lvl9pPr>
          </a:lstStyle>
          <a:p>
            <a:pPr marL="0" lvl="1" indent="0" algn="l" defTabSz="914400" rtl="0" eaLnBrk="1" latinLnBrk="0" hangingPunct="1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</a:pPr>
            <a:r>
              <a:rPr lang="en-US"/>
              <a:t>Click to edit the contact</a:t>
            </a:r>
          </a:p>
          <a:p>
            <a:pPr lvl="1"/>
            <a:r>
              <a:rPr lang="en-US"/>
              <a:t>Name</a:t>
            </a:r>
          </a:p>
          <a:p>
            <a:pPr lvl="2"/>
            <a:r>
              <a:rPr lang="en-US"/>
              <a:t>Department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3279A350-3BB2-4CA2-A422-8F5A951F6F6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>
                <a:solidFill>
                  <a:schemeClr val="bg1"/>
                </a:solidFill>
              </a:rPr>
              <a:t>Restricted | © Siemens 2025 | 09-2025 | Siemens Digital Industries Software | Where today meets tomorrow.</a:t>
            </a:r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CFF9630D-791D-45AE-8E5E-36F747F599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Siemens Logo">
            <a:extLst>
              <a:ext uri="{FF2B5EF4-FFF2-40B4-BE49-F238E27FC236}">
                <a16:creationId xmlns:a16="http://schemas.microsoft.com/office/drawing/2014/main" id="{CAF3A8F5-231C-C244-A601-14611686B1C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35188" y="6419088"/>
            <a:ext cx="1152000" cy="18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5929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2" pos="6472">
          <p15:clr>
            <a:srgbClr val="65CEFF"/>
          </p15:clr>
        </p15:guide>
        <p15:guide id="3" pos="7425">
          <p15:clr>
            <a:srgbClr val="65CEFF"/>
          </p15:clr>
        </p15:guide>
        <p15:guide id="4" orient="horz" pos="778">
          <p15:clr>
            <a:srgbClr val="65CEFF"/>
          </p15:clr>
        </p15:guide>
        <p15:guide id="5" orient="horz" pos="3658">
          <p15:clr>
            <a:srgbClr val="65CEFF"/>
          </p15:clr>
        </p15:guide>
        <p15:guide id="6" orient="horz" pos="4157">
          <p15:clr>
            <a:srgbClr val="65CEFF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 of contents / 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CDB9E4A-37E0-45B2-BC93-C2EC503FB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16495290-0795-4AB1-8AEA-2BB78678362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E8FC1C65-873A-4B8F-BB57-51EEBC35A1A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Siemens Logo">
            <a:extLst>
              <a:ext uri="{FF2B5EF4-FFF2-40B4-BE49-F238E27FC236}">
                <a16:creationId xmlns:a16="http://schemas.microsoft.com/office/drawing/2014/main" id="{863976F1-B9C2-4217-A36A-7F1DCFF6EE2A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635188" y="6418800"/>
            <a:ext cx="1152000" cy="183168"/>
          </a:xfrm>
          <a:prstGeom prst="rect">
            <a:avLst/>
          </a:prstGeom>
        </p:spPr>
      </p:pic>
      <p:sp>
        <p:nvSpPr>
          <p:cNvPr id="8" name="Text Placeholder">
            <a:extLst>
              <a:ext uri="{FF2B5EF4-FFF2-40B4-BE49-F238E27FC236}">
                <a16:creationId xmlns:a16="http://schemas.microsoft.com/office/drawing/2014/main" id="{13F8FAA1-41CC-9442-B80B-A707DBE2FEC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161" y="1414800"/>
            <a:ext cx="9863236" cy="453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2880" marR="0" indent="-18288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000" marR="0" indent="-1800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  <a:defRPr lang="en-US" sz="18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marR="0" indent="-1800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  <a:defRPr lang="en-US" sz="18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marR="0" indent="-1800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  <a:defRPr lang="en-US" sz="18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marR="0" indent="-1800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180000" marR="0" lvl="1" indent="-1800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/>
              <a:t>Click to edit Master text styles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360000" marR="0" lvl="2" indent="-1800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  <a:p>
            <a:pPr marL="540000" marR="0" lvl="3" indent="-1800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Fourth level</a:t>
            </a:r>
          </a:p>
          <a:p>
            <a:pPr marL="720000" marR="0" lvl="4" indent="-18000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Clr>
                <a:srgbClr val="009999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Fifth level</a:t>
            </a:r>
          </a:p>
          <a:p>
            <a:pPr marL="182880" marR="0" lvl="0" indent="-18288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709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dt="0"/>
  <p:extLst>
    <p:ext uri="{DCECCB84-F9BA-43D5-87BE-67443E8EF086}">
      <p15:sldGuideLst xmlns:p15="http://schemas.microsoft.com/office/powerpoint/2012/main">
        <p15:guide id="1" pos="259">
          <p15:clr>
            <a:srgbClr val="65CEFF"/>
          </p15:clr>
        </p15:guide>
        <p15:guide id="9" pos="6472">
          <p15:clr>
            <a:srgbClr val="65CEFF"/>
          </p15:clr>
        </p15:guide>
        <p15:guide id="10" pos="7425">
          <p15:clr>
            <a:srgbClr val="65CEFF"/>
          </p15:clr>
        </p15:guide>
        <p15:guide id="11" orient="horz" pos="302">
          <p15:clr>
            <a:srgbClr val="65CEFF"/>
          </p15:clr>
        </p15:guide>
        <p15:guide id="12" orient="horz" pos="664">
          <p15:clr>
            <a:srgbClr val="65CEFF"/>
          </p15:clr>
        </p15:guide>
        <p15:guide id="13" orient="horz" pos="891">
          <p15:clr>
            <a:srgbClr val="65CEFF"/>
          </p15:clr>
        </p15:guide>
        <p15:guide id="16" orient="horz" pos="3658">
          <p15:clr>
            <a:srgbClr val="65CEFF"/>
          </p15:clr>
        </p15:guide>
        <p15:guide id="17" orient="horz" pos="3885">
          <p15:clr>
            <a:srgbClr val="65CEFF"/>
          </p15:clr>
        </p15:guide>
        <p15:guide id="18" orient="horz" pos="4157">
          <p15:clr>
            <a:srgbClr val="65CEFF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" y="1193800"/>
            <a:ext cx="12192000" cy="5035296"/>
          </a:xfrm>
        </p:spPr>
        <p:txBody>
          <a:bodyPr/>
          <a:lstStyle>
            <a:lvl1pPr marL="347472" indent="-347472">
              <a:spcBef>
                <a:spcPts val="850"/>
              </a:spcBef>
              <a:buClr>
                <a:srgbClr val="3769AC"/>
              </a:buClr>
              <a:defRPr/>
            </a:lvl1pPr>
            <a:lvl4pPr>
              <a:defRPr/>
            </a:lvl4pPr>
            <a:lvl5pPr marL="1597025" indent="-153988">
              <a:buFont typeface="Arial" pitchFamily="34" charset="0"/>
              <a:buChar char="•"/>
              <a:defRPr sz="18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8EE6C0D-8D49-4EF2-B5AB-91C9339EB8B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996511"/>
      </p:ext>
    </p:extLst>
  </p:cSld>
  <p:clrMapOvr>
    <a:masterClrMapping/>
  </p:clrMapOvr>
  <p:transition>
    <p:fade/>
  </p:transition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18" Type="http://schemas.openxmlformats.org/officeDocument/2006/relationships/slideLayout" Target="../slideLayouts/slideLayout19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21" Type="http://schemas.openxmlformats.org/officeDocument/2006/relationships/slideLayout" Target="../slideLayouts/slideLayout22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8.xml"/><Relationship Id="rId25" Type="http://schemas.openxmlformats.org/officeDocument/2006/relationships/slideLayout" Target="../slideLayouts/slideLayout26.xml"/><Relationship Id="rId2" Type="http://schemas.openxmlformats.org/officeDocument/2006/relationships/slideLayout" Target="../slideLayouts/slideLayout3.xml"/><Relationship Id="rId16" Type="http://schemas.openxmlformats.org/officeDocument/2006/relationships/slideLayout" Target="../slideLayouts/slideLayout17.xml"/><Relationship Id="rId2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2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6.xml"/><Relationship Id="rId23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11.xml"/><Relationship Id="rId19" Type="http://schemas.openxmlformats.org/officeDocument/2006/relationships/slideLayout" Target="../slideLayouts/slideLayout20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Relationship Id="rId22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>
            <a:extLst>
              <a:ext uri="{FF2B5EF4-FFF2-40B4-BE49-F238E27FC236}">
                <a16:creationId xmlns:a16="http://schemas.microsoft.com/office/drawing/2014/main" id="{2500D031-E8B7-42AD-B616-57A243A31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478800"/>
            <a:ext cx="9863997" cy="576000"/>
          </a:xfrm>
          <a:prstGeom prst="rect">
            <a:avLst/>
          </a:prstGeom>
        </p:spPr>
        <p:txBody>
          <a:bodyPr vert="horz" lIns="0" tIns="0" rIns="324000" bIns="14400" rtlCol="0" anchor="b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6750A408-ED0E-47CF-AC3A-5AD4A6E25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1160" y="1414800"/>
            <a:ext cx="11144099" cy="453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4F5CAFE5-0972-49AB-B42B-7C613C153A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59160" y="6310800"/>
            <a:ext cx="9216000" cy="547200"/>
          </a:xfrm>
          <a:prstGeom prst="rect">
            <a:avLst/>
          </a:prstGeom>
        </p:spPr>
        <p:txBody>
          <a:bodyPr vert="horz" lIns="0" tIns="0" rIns="0" bIns="61200" rtlCol="0" anchor="ctr" anchorCtr="0"/>
          <a:lstStyle>
            <a:lvl1pPr algn="l">
              <a:lnSpc>
                <a:spcPct val="100000"/>
              </a:lnSpc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Restricted | © Siemens 2025 | 09-2025 | Siemens Digital Industries Software | Where today meets tomorrow.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1C051FD7-F65C-4306-9083-C9770A0AF2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1162" y="6310800"/>
            <a:ext cx="648000" cy="547200"/>
          </a:xfrm>
          <a:prstGeom prst="rect">
            <a:avLst/>
          </a:prstGeom>
        </p:spPr>
        <p:txBody>
          <a:bodyPr vert="horz" lIns="0" tIns="0" rIns="0" bIns="61200" rtlCol="0" anchor="ctr" anchorCtr="0"/>
          <a:lstStyle>
            <a:lvl1pPr algn="l">
              <a:lnSpc>
                <a:spcPct val="100000"/>
              </a:lnSpc>
              <a:defRPr sz="900" b="1">
                <a:solidFill>
                  <a:schemeClr val="tx1"/>
                </a:solidFill>
              </a:defRPr>
            </a:lvl1pPr>
          </a:lstStyle>
          <a:p>
            <a:r>
              <a:rPr lang="en-US"/>
              <a:t>Page </a:t>
            </a:r>
            <a:fld id="{15EBE321-CBB1-4E91-BD14-37C8D44326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993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287338" indent="-287338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q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277813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Ø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3.sv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DA865AB3-8AE0-4AB0-94C2-2E517EC14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400" y="1414464"/>
            <a:ext cx="11376788" cy="1323439"/>
          </a:xfrm>
        </p:spPr>
        <p:txBody>
          <a:bodyPr/>
          <a:lstStyle/>
          <a:p>
            <a:r>
              <a:rPr lang="en-US" sz="5400" b="0" dirty="0"/>
              <a:t>Advanced </a:t>
            </a:r>
            <a:r>
              <a:rPr lang="en-US" sz="5400" b="0" dirty="0" err="1"/>
              <a:t>Vectorless</a:t>
            </a:r>
            <a:br>
              <a:rPr lang="en-US" sz="5400" b="0" dirty="0"/>
            </a:br>
            <a:r>
              <a:rPr lang="en-US" sz="3200" b="0" dirty="0"/>
              <a:t>Towards Exhaustive DVD Signoff</a:t>
            </a:r>
          </a:p>
        </p:txBody>
      </p:sp>
      <p:sp>
        <p:nvSpPr>
          <p:cNvPr id="17" name="Subtitle">
            <a:extLst>
              <a:ext uri="{FF2B5EF4-FFF2-40B4-BE49-F238E27FC236}">
                <a16:creationId xmlns:a16="http://schemas.microsoft.com/office/drawing/2014/main" id="{9F1C4C08-3D5C-4C0E-914A-F70CA07D06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7456" y="4478337"/>
            <a:ext cx="10281719" cy="1930398"/>
          </a:xfrm>
        </p:spPr>
        <p:txBody>
          <a:bodyPr vert="horz" lIns="0" tIns="349200" rIns="0" bIns="0" rtlCol="0" anchor="t">
            <a:noAutofit/>
          </a:bodyPr>
          <a:lstStyle/>
          <a:p>
            <a:r>
              <a:rPr lang="en-US" dirty="0"/>
              <a:t>mPower Summit, May 12</a:t>
            </a:r>
            <a:r>
              <a:rPr lang="en-US" baseline="30000" dirty="0"/>
              <a:t>th</a:t>
            </a:r>
            <a:r>
              <a:rPr lang="en-US" dirty="0"/>
              <a:t>, 2026</a:t>
            </a:r>
          </a:p>
        </p:txBody>
      </p:sp>
      <p:sp>
        <p:nvSpPr>
          <p:cNvPr id="2" name="Footer Placeholder">
            <a:extLst>
              <a:ext uri="{FF2B5EF4-FFF2-40B4-BE49-F238E27FC236}">
                <a16:creationId xmlns:a16="http://schemas.microsoft.com/office/drawing/2014/main" id="{8FDA17C2-CC0D-4A70-A1C4-4DAA44F6477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11163" y="6374596"/>
            <a:ext cx="9288000" cy="547200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Restricted | © Siemens 2025 | 09-2025 | Siemens Digital Industries Software | Where today meets tomorrow.</a:t>
            </a:r>
          </a:p>
        </p:txBody>
      </p:sp>
    </p:spTree>
    <p:extLst>
      <p:ext uri="{BB962C8B-B14F-4D97-AF65-F5344CB8AC3E}">
        <p14:creationId xmlns:p14="http://schemas.microsoft.com/office/powerpoint/2010/main" val="3276494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Goal/Motivation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exx/workspace/sdvd/sigma_dvd_prototype/docs/assets/siemens-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65760" y="1371600"/>
            <a:ext cx="11475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2000" dirty="0"/>
              <a:t>Traditional DVD analysis is only as good as the activity vectors used. But the true worst drop may occur when a rare combination of </a:t>
            </a:r>
            <a:r>
              <a:rPr lang="en-US" sz="2000" b="1" dirty="0"/>
              <a:t>nearby aggressors</a:t>
            </a:r>
            <a:r>
              <a:rPr lang="en-US" sz="2000" dirty="0"/>
              <a:t> switches in the same timing window as a </a:t>
            </a:r>
            <a:r>
              <a:rPr lang="en-US" sz="2000" b="1" dirty="0"/>
              <a:t>victim instance</a:t>
            </a:r>
            <a:r>
              <a:rPr lang="en-US" sz="2000" dirty="0"/>
              <a:t>.</a:t>
            </a:r>
          </a:p>
        </p:txBody>
      </p:sp>
      <p:sp>
        <p:nvSpPr>
          <p:cNvPr id="11" name="Text 8"/>
          <p:cNvSpPr/>
          <p:nvPr/>
        </p:nvSpPr>
        <p:spPr>
          <a:xfrm>
            <a:off x="365760" y="265176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cs typeface="Arial" pitchFamily="34" charset="-120"/>
              </a:rPr>
              <a:t>Coverage problem: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65760" y="3108960"/>
            <a:ext cx="11475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  <a:buSzPct val="100000"/>
            </a:pPr>
            <a:r>
              <a:rPr lang="en-US" sz="2000" dirty="0"/>
              <a:t>There are too many legal switching combinations to simulate exhaustively, while practical vectors cover only a small fraction of realistic scenarios.</a:t>
            </a:r>
          </a:p>
        </p:txBody>
      </p:sp>
      <p:sp>
        <p:nvSpPr>
          <p:cNvPr id="13" name="Text 10"/>
          <p:cNvSpPr/>
          <p:nvPr/>
        </p:nvSpPr>
        <p:spPr>
          <a:xfrm>
            <a:off x="365760" y="420624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65760" y="4663440"/>
            <a:ext cx="11475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  <a:buSzPct val="100000"/>
            </a:pPr>
            <a:r>
              <a:rPr lang="en-US" sz="2000" dirty="0"/>
              <a:t>Find the </a:t>
            </a:r>
            <a:r>
              <a:rPr lang="en-US" sz="2000" b="1" dirty="0"/>
              <a:t>worst realistic voltage drop per victim instance</a:t>
            </a:r>
            <a:r>
              <a:rPr lang="en-US" sz="2000" dirty="0"/>
              <a:t> by searching timing-feasible local switching combinations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Worst-case IR-drop is a constrained switching problem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exx/workspace/sdvd/sigma_dvd_prototype/docs/assets/siemens-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6576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drives the drop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365760" y="1508760"/>
            <a:ext cx="54864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instances switching in the same neighborhood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Switching currents overlap in time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 is bounded by per-instance timing windows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35508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makes it hard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355080" y="1508760"/>
            <a:ext cx="54864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Millions of instances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with a window, not a fixed time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Enumerating legal combinations is impractical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observation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365760" y="4526280"/>
            <a:ext cx="11475720" cy="1280160"/>
          </a:xfrm>
          <a:prstGeom prst="rect">
            <a:avLst/>
          </a:prstGeom>
          <a:solidFill>
            <a:srgbClr val="F3F3F0"/>
          </a:solidFill>
          <a:ln w="1905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48640" y="4526280"/>
            <a:ext cx="11109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High-frequency victim impact is local. Distant switching contributes a smoother low-frequency background.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Decomposition: near + far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exx/workspace/sdvd/sigma_dvd_prototype/docs/assets/siemens-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/home/exx/workspace/sdvd/sigma_dvd_prototype/docs/ir_drop_decomp_near_plus_f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5488" y="1051560"/>
            <a:ext cx="5760720" cy="3840480"/>
          </a:xfrm>
          <a:prstGeom prst="rect">
            <a:avLst/>
          </a:prstGeom>
        </p:spPr>
      </p:pic>
      <p:pic>
        <p:nvPicPr>
          <p:cNvPr id="10" name="Image 2" descr="/home/exx/workspace/sdvd/sigma_dvd_prototype/docs/pptx_build/assets/eq_decomp_far_n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5438" y="5130546"/>
            <a:ext cx="4436364" cy="31341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65760" y="5760720"/>
            <a:ext cx="114757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 (VCD-driven): fixed context, smoothed by the M8–M10 low-pass stack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6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 (optimized): victim + nearby aggressors, switching times within timing windows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9C8683-6067-D4BA-65BF-F2BB9588C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BC8AAEA-FEE9-AB09-6B79-6F0FF459F6F7}"/>
              </a:ext>
            </a:extLst>
          </p:cNvPr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Decomposition: near + far - Minion </a:t>
            </a:r>
            <a:endParaRPr lang="en-US" sz="24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3F97A0E-E177-C1D1-74DB-69D566A6E9C7}"/>
              </a:ext>
            </a:extLst>
          </p:cNvPr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exx/workspace/sdvd/sigma_dvd_prototype/docs/assets/siemens-logo.svg">
            <a:extLst>
              <a:ext uri="{FF2B5EF4-FFF2-40B4-BE49-F238E27FC236}">
                <a16:creationId xmlns:a16="http://schemas.microsoft.com/office/drawing/2014/main" id="{226F2598-8A5D-2243-7403-3FBE1DCC77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DFE86745-E648-F349-6C80-009FFE8914CB}"/>
              </a:ext>
            </a:extLst>
          </p:cNvPr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18132272-BC3B-42FA-AE79-1F790D8B7A54}"/>
              </a:ext>
            </a:extLst>
          </p:cNvPr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ED8A80F-24D6-29B4-5D15-4CBA6D8E5ECA}"/>
              </a:ext>
            </a:extLst>
          </p:cNvPr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63E90F64-16FD-2244-1150-98E2BB2D3DAC}"/>
              </a:ext>
            </a:extLst>
          </p:cNvPr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2AA2517-DD52-2B6D-C2DA-F36B77CCF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079" y="1328468"/>
            <a:ext cx="5139690" cy="46882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46CCD1-70F9-EE72-B83A-5A982E82D3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7591" y="935300"/>
            <a:ext cx="5534081" cy="27670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9E7CA47-02F1-D807-D75A-AE909F5DED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7591" y="3672610"/>
            <a:ext cx="5534081" cy="276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518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overview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exx/workspace/sdvd/sigma_dvd_prototype/docs/assets/siemens-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75488" y="1288961"/>
            <a:ext cx="3657600" cy="340191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66928" y="1527048"/>
            <a:ext cx="548640" cy="548640"/>
          </a:xfrm>
          <a:prstGeom prst="ellipse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66928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234440" y="152704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 context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2240280"/>
            <a:ext cx="3108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Full-chip transient with VCD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Treated as fixed background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Yields ΔV_far(t) at every node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096512" y="292608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15" name="Shape 12"/>
          <p:cNvSpPr/>
          <p:nvPr/>
        </p:nvSpPr>
        <p:spPr>
          <a:xfrm>
            <a:off x="4282442" y="1283081"/>
            <a:ext cx="3657600" cy="340191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453128" y="1508760"/>
            <a:ext cx="548640" cy="548640"/>
          </a:xfrm>
          <a:prstGeom prst="ellipse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453128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5120640" y="152704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Blame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526280" y="2240280"/>
            <a:ext cx="3108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top-K aggressors for each design instance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909560" y="292608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21" name="Shape 18"/>
          <p:cNvSpPr/>
          <p:nvPr/>
        </p:nvSpPr>
        <p:spPr>
          <a:xfrm>
            <a:off x="8138160" y="1325880"/>
            <a:ext cx="3657600" cy="3364992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8339328" y="1508760"/>
            <a:ext cx="548640" cy="548640"/>
          </a:xfrm>
          <a:prstGeom prst="ellipse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8339328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9006840" y="152704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 optimization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8412480" y="2240280"/>
            <a:ext cx="3108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 aggressors from blame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switching within timing windows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5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Yields ΔV_near,opt(t)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475488" y="5648071"/>
            <a:ext cx="11475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Worst-case dynamic IR-drop at the victim:</a:t>
            </a:r>
            <a:endParaRPr lang="en-US" sz="1600" dirty="0"/>
          </a:p>
        </p:txBody>
      </p:sp>
      <p:pic>
        <p:nvPicPr>
          <p:cNvPr id="27" name="Image 1" descr="/home/exx/workspace/sdvd/sigma_dvd_prototype/docs/pptx_build/assets/eq_decomp_far_n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8338" y="6236785"/>
            <a:ext cx="4436364" cy="345948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2774F0A-72E3-08D9-F097-A94C43675E0E}"/>
              </a:ext>
            </a:extLst>
          </p:cNvPr>
          <p:cNvSpPr txBox="1"/>
          <p:nvPr/>
        </p:nvSpPr>
        <p:spPr>
          <a:xfrm>
            <a:off x="4160522" y="5090249"/>
            <a:ext cx="3901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Input: </a:t>
            </a:r>
            <a:r>
              <a:rPr lang="en-US" dirty="0"/>
              <a:t>activity vectors (VCD/</a:t>
            </a:r>
            <a:r>
              <a:rPr lang="en-US" dirty="0" err="1"/>
              <a:t>Vectorless</a:t>
            </a:r>
            <a:r>
              <a:rPr lang="en-US" dirty="0"/>
              <a:t>)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Blame Question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exx/workspace/sdvd/sigma_dvd_prototype/docs/assets/siemens-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/home/exx/workspace/sdvd/sigma_dvd_prototype/docs/PDNVictimAgressor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65760" y="1097280"/>
            <a:ext cx="6217920" cy="46634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58000" y="10972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IR-drop at victim node v</a:t>
            </a:r>
            <a:endParaRPr lang="en-US" sz="2200" dirty="0"/>
          </a:p>
        </p:txBody>
      </p:sp>
      <p:pic>
        <p:nvPicPr>
          <p:cNvPr id="11" name="Image 2" descr="/home/exx/workspace/sdvd/sigma_dvd_prototype/docs/pptx_build/assets/eq_victim_dro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1600200"/>
            <a:ext cx="1436439" cy="27057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858000" y="1962219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time T, the victim sees its worst IR-drop.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6858000" y="2419419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Question: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6858000" y="2830899"/>
            <a:ext cx="5029200" cy="868680"/>
          </a:xfrm>
          <a:prstGeom prst="rect">
            <a:avLst/>
          </a:prstGeom>
          <a:solidFill>
            <a:srgbClr val="F3F3F0"/>
          </a:solidFill>
          <a:ln w="1905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6995160" y="2830899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switching instances caused it,</a:t>
            </a:r>
            <a:endParaRPr lang="en-US" sz="1800" dirty="0"/>
          </a:p>
          <a:p>
            <a:pPr marL="0" indent="0">
              <a:buNone/>
            </a:pPr>
            <a:r>
              <a:rPr lang="en-US" sz="18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how many mV did each contribute?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6858000" y="3836739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</a:t>
            </a:r>
            <a:endParaRPr lang="en-US" sz="2000" dirty="0"/>
          </a:p>
        </p:txBody>
      </p:sp>
      <p:pic>
        <p:nvPicPr>
          <p:cNvPr id="17" name="Image 3" descr="/home/exx/workspace/sdvd/sigma_dvd_prototype/docs/pptx_build/assets/eq_blame_decomposi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0" y="4266507"/>
            <a:ext cx="1911512" cy="5436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58000" y="490160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c_j: contribution from aggressor instance j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c_init: residual initial-condition contribution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top-K: largest positive c_j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IR-drop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exx/workspace/sdvd/sigma_dvd_prototype/docs/assets/siemens-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65760" y="1143000"/>
            <a:ext cx="11475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 system</a:t>
            </a:r>
            <a:endParaRPr lang="en-US" sz="2200" dirty="0"/>
          </a:p>
        </p:txBody>
      </p:sp>
      <p:pic>
        <p:nvPicPr>
          <p:cNvPr id="10" name="Image 1" descr="/home/exx/workspace/sdvd/sigma_dvd_prototype/docs/pptx_build/assets/eq_reduced_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270" y="1645920"/>
            <a:ext cx="5600700" cy="3794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5760" y="2162556"/>
            <a:ext cx="11475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 V_u  is IR drop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657600" y="2665476"/>
            <a:ext cx="4873752" cy="2286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365760" y="2939796"/>
            <a:ext cx="11475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LTI variation of parameters</a:t>
            </a:r>
            <a:endParaRPr lang="en-US" sz="2200" dirty="0"/>
          </a:p>
        </p:txBody>
      </p:sp>
      <p:pic>
        <p:nvPicPr>
          <p:cNvPr id="14" name="Image 2" descr="/home/exx/workspace/sdvd/sigma_dvd_prototype/docs/pptx_build/assets/eq_lti_sol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4656" y="3442716"/>
            <a:ext cx="4757928" cy="812292"/>
          </a:xfrm>
          <a:prstGeom prst="rect">
            <a:avLst/>
          </a:prstGeom>
        </p:spPr>
      </p:pic>
      <p:pic>
        <p:nvPicPr>
          <p:cNvPr id="15" name="Image 3" descr="/home/exx/workspace/sdvd/sigma_dvd_prototype/docs/pptx_build/assets/eq_phi_g_de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3988" y="4529328"/>
            <a:ext cx="5059264" cy="468284"/>
          </a:xfrm>
          <a:prstGeom prst="rect">
            <a:avLst/>
          </a:prstGeom>
        </p:spPr>
      </p:pic>
      <p:pic>
        <p:nvPicPr>
          <p:cNvPr id="16" name="Image 4" descr="/home/exx/workspace/sdvd/sigma_dvd_prototype/docs/pptx_build/assets/eq_caption_g_de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6709" y="5271932"/>
            <a:ext cx="4733821" cy="2527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Per-instance contribution and sensitivity kernel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exx/workspace/sdvd/sigma_dvd_prototype/docs/assets/siemens-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65760" y="118872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Per-source decomposition:</a:t>
            </a:r>
            <a:endParaRPr lang="en-US" sz="1800" dirty="0"/>
          </a:p>
        </p:txBody>
      </p:sp>
      <p:pic>
        <p:nvPicPr>
          <p:cNvPr id="10" name="Image 1" descr="/home/exx/workspace/sdvd/sigma_dvd_prototype/docs/pptx_build/assets/eq_per_source_deco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3919" y="1600200"/>
            <a:ext cx="4779403" cy="697022"/>
          </a:xfrm>
          <a:prstGeom prst="rect">
            <a:avLst/>
          </a:prstGeom>
        </p:spPr>
      </p:pic>
      <p:pic>
        <p:nvPicPr>
          <p:cNvPr id="11" name="Image 2" descr="/home/exx/workspace/sdvd/sigma_dvd_prototype/docs/pptx_build/assets/eq_cj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4627" y="2571542"/>
            <a:ext cx="3277985" cy="738447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409763" y="2516678"/>
            <a:ext cx="3387713" cy="848175"/>
          </a:xfrm>
          <a:prstGeom prst="rect">
            <a:avLst/>
          </a:prstGeom>
          <a:ln w="15875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/>
          <p:nvPr/>
        </p:nvSpPr>
        <p:spPr>
          <a:xfrm>
            <a:off x="365760" y="3675749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victim sensitivity field, then:</a:t>
            </a:r>
            <a:endParaRPr lang="en-US" sz="1800" dirty="0"/>
          </a:p>
        </p:txBody>
      </p:sp>
      <p:pic>
        <p:nvPicPr>
          <p:cNvPr id="14" name="Image 3" descr="/home/exx/workspace/sdvd/sigma_dvd_prototype/docs/pptx_build/assets/eq_hv_ch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0307" y="4087229"/>
            <a:ext cx="4386626" cy="325443"/>
          </a:xfrm>
          <a:prstGeom prst="rect">
            <a:avLst/>
          </a:prstGeom>
        </p:spPr>
      </p:pic>
      <p:pic>
        <p:nvPicPr>
          <p:cNvPr id="15" name="Image 4" descr="/home/exx/workspace/sdvd/sigma_dvd_prototype/docs/pptx_build/assets/eq_cj_hv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9442" y="4686993"/>
            <a:ext cx="3128356" cy="738447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4484578" y="4632129"/>
            <a:ext cx="3238084" cy="848175"/>
          </a:xfrm>
          <a:prstGeom prst="rect">
            <a:avLst/>
          </a:prstGeom>
          <a:ln w="15875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5" descr="/home/exx/workspace/sdvd/sigma_dvd_prototype/docs/pptx_build/assets/eq_multi_p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29931" y="5699760"/>
            <a:ext cx="3747377" cy="291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Reciprocity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exx/workspace/sdvd/sigma_dvd_prototype/docs/assets/siemens-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65760" y="118872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Adjoint sensitivity equation:</a:t>
            </a:r>
            <a:endParaRPr lang="en-US" sz="1800" dirty="0"/>
          </a:p>
        </p:txBody>
      </p:sp>
      <p:pic>
        <p:nvPicPr>
          <p:cNvPr id="10" name="Image 1" descr="/home/exx/workspace/sdvd/sigma_dvd_prototype/docs/pptx_build/assets/eq_adjoint_p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9565" y="1600200"/>
            <a:ext cx="3228109" cy="3297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5760" y="2295698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Symmetric RC:</a:t>
            </a:r>
            <a:endParaRPr lang="en-US" sz="1800" dirty="0"/>
          </a:p>
        </p:txBody>
      </p:sp>
      <p:pic>
        <p:nvPicPr>
          <p:cNvPr id="12" name="Image 2" descr="/home/exx/workspace/sdvd/sigma_dvd_prototype/docs/pptx_build/assets/eq_symmet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4865" y="2707178"/>
            <a:ext cx="2517509" cy="296764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65760" y="3278263"/>
            <a:ext cx="11475720" cy="594360"/>
          </a:xfrm>
          <a:prstGeom prst="rect">
            <a:avLst/>
          </a:prstGeom>
          <a:solidFill>
            <a:srgbClr val="F3F3F0"/>
          </a:solidFill>
          <a:ln w="1905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548640" y="3278263"/>
            <a:ext cx="11109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 a unit current impulse at the victim and observe the response at each aggressor node.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365760" y="4009783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Reciprocity:</a:t>
            </a:r>
            <a:endParaRPr lang="en-US" sz="1800" dirty="0"/>
          </a:p>
        </p:txBody>
      </p:sp>
      <p:pic>
        <p:nvPicPr>
          <p:cNvPr id="16" name="Image 3" descr="/home/exx/workspace/sdvd/sigma_dvd_prototype/docs/pptx_build/assets/eq_reciproci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0" y="4421263"/>
            <a:ext cx="1965960" cy="33528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80160" y="5122303"/>
            <a:ext cx="9646920" cy="502920"/>
          </a:xfrm>
          <a:prstGeom prst="rect">
            <a:avLst/>
          </a:prstGeom>
          <a:ln w="1905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2"/>
          <p:cNvSpPr/>
          <p:nvPr/>
        </p:nvSpPr>
        <p:spPr>
          <a:xfrm>
            <a:off x="1280160" y="5122303"/>
            <a:ext cx="9646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victim-centered response  ⇒  all aggressor sensitivities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kernel (Backward Euler)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exx/workspace/sdvd/sigma_dvd_prototype/docs/assets/siemens-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65760" y="118872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matrices:</a:t>
            </a:r>
            <a:endParaRPr lang="en-US" sz="1800" dirty="0"/>
          </a:p>
        </p:txBody>
      </p:sp>
      <p:pic>
        <p:nvPicPr>
          <p:cNvPr id="10" name="Image 1" descr="/home/exx/workspace/sdvd/sigma_dvd_prototype/docs/pptx_build/assets/eq_be_matr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589" y="1600200"/>
            <a:ext cx="2642062" cy="41425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5760" y="2380211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sensitivity in lag ℓ:</a:t>
            </a:r>
            <a:endParaRPr lang="en-US" sz="1800" dirty="0"/>
          </a:p>
        </p:txBody>
      </p:sp>
      <p:pic>
        <p:nvPicPr>
          <p:cNvPr id="12" name="Image 2" descr="/home/exx/workspace/sdvd/sigma_dvd_prototype/docs/pptx_build/assets/eq_be_kern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2900" y="2791691"/>
            <a:ext cx="4461441" cy="29925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65760" y="3502429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Reindex to forward time k with ℓ = N − 1 − k:</a:t>
            </a:r>
            <a:endParaRPr lang="en-US" sz="1800" dirty="0"/>
          </a:p>
        </p:txBody>
      </p:sp>
      <p:pic>
        <p:nvPicPr>
          <p:cNvPr id="14" name="Image 3" descr="/home/exx/workspace/sdvd/sigma_dvd_prototype/docs/pptx_build/assets/eq_lambda_de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8136" y="3913909"/>
            <a:ext cx="2410968" cy="3657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4843272" y="3859045"/>
            <a:ext cx="2520696" cy="475488"/>
          </a:xfrm>
          <a:prstGeom prst="rect">
            <a:avLst/>
          </a:prstGeom>
          <a:ln w="15875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365760" y="4691149"/>
            <a:ext cx="11475720" cy="685800"/>
          </a:xfrm>
          <a:prstGeom prst="rect">
            <a:avLst/>
          </a:prstGeom>
          <a:solidFill>
            <a:srgbClr val="F3F3F0"/>
          </a:solidFill>
          <a:ln w="1905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4" descr="/home/exx/workspace/sdvd/sigma_dvd_prototype/docs/pptx_build/assets/eq_lambda_kernel_quo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2186" y="4904371"/>
            <a:ext cx="5902868" cy="2593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sweep and accumulation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exx/workspace/sdvd/sigma_dvd_prototype/docs/assets/siemens-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65760" y="118872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 and sweep:</a:t>
            </a:r>
            <a:endParaRPr lang="en-US" sz="1800" dirty="0"/>
          </a:p>
        </p:txBody>
      </p:sp>
      <p:pic>
        <p:nvPicPr>
          <p:cNvPr id="10" name="Image 1" descr="/home/exx/workspace/sdvd/sigma_dvd_prototype/docs/pptx_build/assets/eq_sw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9313" y="1600200"/>
            <a:ext cx="3808615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5760" y="2103120"/>
            <a:ext cx="114757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(k = N − 2, …, 0)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65760" y="246888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Per-aggressor accumulation:</a:t>
            </a:r>
            <a:endParaRPr lang="en-US" sz="1800" dirty="0"/>
          </a:p>
        </p:txBody>
      </p:sp>
      <p:pic>
        <p:nvPicPr>
          <p:cNvPr id="13" name="Image 2" descr="/home/exx/workspace/sdvd/sigma_dvd_prototype/docs/pptx_build/assets/eq_cj_discre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9096" y="2880360"/>
            <a:ext cx="2289048" cy="824484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904232" y="2825496"/>
            <a:ext cx="2398776" cy="934212"/>
          </a:xfrm>
          <a:prstGeom prst="rect">
            <a:avLst/>
          </a:prstGeom>
          <a:ln w="15875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365760" y="4070604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Interpretation:</a:t>
            </a:r>
            <a:endParaRPr lang="en-US" sz="1800" dirty="0"/>
          </a:p>
        </p:txBody>
      </p:sp>
      <p:pic>
        <p:nvPicPr>
          <p:cNvPr id="16" name="Image 3" descr="/home/exx/workspace/sdvd/sigma_dvd_prototype/docs/pptx_build/assets/eq_lambda_sensitivi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9229" y="4436364"/>
            <a:ext cx="2508781" cy="285542"/>
          </a:xfrm>
          <a:prstGeom prst="rect">
            <a:avLst/>
          </a:prstGeom>
        </p:spPr>
      </p:pic>
      <p:pic>
        <p:nvPicPr>
          <p:cNvPr id="17" name="Image 4" descr="/home/exx/workspace/sdvd/sigma_dvd_prototype/docs/pptx_build/assets/eq_symmetric_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5928" y="4996226"/>
            <a:ext cx="3655383" cy="25270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Complexity, pruning, validation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exx/workspace/sdvd/sigma_dvd_prototype/docs/assets/siemens-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65760" y="1188720"/>
            <a:ext cx="11475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Definitions: n unknowns,  M aggressors,  N time steps in the blame window,  horizon H = N · Δt_s.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65760" y="1691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0" y="1691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2000" dirty="0"/>
          </a:p>
        </p:txBody>
      </p:sp>
      <p:pic>
        <p:nvPicPr>
          <p:cNvPr id="12" name="Image 1" descr="/home/exx/workspace/sdvd/sigma_dvd_prototype/docs/pptx_build/assets/eq_complex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03120"/>
            <a:ext cx="1145909" cy="259357"/>
          </a:xfrm>
          <a:prstGeom prst="rect">
            <a:avLst/>
          </a:prstGeom>
        </p:spPr>
      </p:pic>
      <p:pic>
        <p:nvPicPr>
          <p:cNvPr id="13" name="Image 2" descr="/home/exx/workspace/sdvd/sigma_dvd_prototype/docs/pptx_build/assets/eq_mem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2103120"/>
            <a:ext cx="506245" cy="27057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5760" y="260604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Pruning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65760" y="30175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aggressors only in [T − H, T]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Spatial: keep nodes with</a:t>
            </a:r>
            <a:endParaRPr lang="en-US" sz="1800" dirty="0"/>
          </a:p>
        </p:txBody>
      </p:sp>
      <p:pic>
        <p:nvPicPr>
          <p:cNvPr id="16" name="Image 3" descr="/home/exx/workspace/sdvd/sigma_dvd_prototype/docs/pptx_build/assets/eq_pruning_spati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3383280"/>
            <a:ext cx="1510007" cy="3703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65760" y="397764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2000" dirty="0"/>
          </a:p>
        </p:txBody>
      </p:sp>
      <p:pic>
        <p:nvPicPr>
          <p:cNvPr id="18" name="Image 4" descr="/home/exx/workspace/sdvd/sigma_dvd_prototype/docs/pptx_build/assets/eq_valida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7864" y="4389120"/>
            <a:ext cx="1911512" cy="543652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280160" y="5207092"/>
            <a:ext cx="9646920" cy="594360"/>
          </a:xfrm>
          <a:prstGeom prst="rect">
            <a:avLst/>
          </a:prstGeom>
          <a:solidFill>
            <a:srgbClr val="F3F3F0"/>
          </a:solidFill>
          <a:ln w="1905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3"/>
          <p:cNvSpPr/>
          <p:nvPr/>
        </p:nvSpPr>
        <p:spPr>
          <a:xfrm>
            <a:off x="1280160" y="5207092"/>
            <a:ext cx="9646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victim sensitivity sweep gives per-instance IR-drop blame.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772FC-F13C-DE6C-4306-4CC55B522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60FDE9-CFD0-9F81-E876-44688DC7B4F5}"/>
              </a:ext>
            </a:extLst>
          </p:cNvPr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Blame Assignment - Minion </a:t>
            </a:r>
            <a:endParaRPr lang="en-US" sz="24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1D31EB6-B261-F04E-E6F1-DFAF51B7A75B}"/>
              </a:ext>
            </a:extLst>
          </p:cNvPr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exx/workspace/sdvd/sigma_dvd_prototype/docs/assets/siemens-logo.svg">
            <a:extLst>
              <a:ext uri="{FF2B5EF4-FFF2-40B4-BE49-F238E27FC236}">
                <a16:creationId xmlns:a16="http://schemas.microsoft.com/office/drawing/2014/main" id="{EBE2DB1B-EAD0-B352-E140-F1D12CC516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E44495E5-40D1-6D2F-7A5B-1989A8491EFC}"/>
              </a:ext>
            </a:extLst>
          </p:cNvPr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99CF3919-0390-8FD6-EAB1-120943E594A7}"/>
              </a:ext>
            </a:extLst>
          </p:cNvPr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BF7CB93-624E-ED6A-4DA2-801292137B0B}"/>
              </a:ext>
            </a:extLst>
          </p:cNvPr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1D934AE-CDF2-2B78-7D70-BCC316135FCA}"/>
              </a:ext>
            </a:extLst>
          </p:cNvPr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425F9C-75C4-8612-C170-A0BDDD7AE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50259"/>
            <a:ext cx="6272265" cy="53884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22CFE1E-B5B7-9925-A1A9-D0B27D7BE2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1957" y="1187740"/>
            <a:ext cx="6131381" cy="475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8947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11475720" cy="36576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exx/workspace/sdvd/sigma_dvd_prototype/docs/assets/siemens-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61320" y="274320"/>
            <a:ext cx="1280160" cy="2011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812280"/>
            <a:ext cx="3047924" cy="45720"/>
          </a:xfrm>
          <a:prstGeom prst="rect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047924" y="6812280"/>
            <a:ext cx="3047924" cy="45720"/>
          </a:xfrm>
          <a:prstGeom prst="rect">
            <a:avLst/>
          </a:prstGeom>
          <a:solidFill>
            <a:srgbClr val="00BEDC"/>
          </a:solidFill>
          <a:ln w="12700">
            <a:solidFill>
              <a:srgbClr val="00BE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095848" y="6812280"/>
            <a:ext cx="3047924" cy="45720"/>
          </a:xfrm>
          <a:prstGeom prst="rect">
            <a:avLst/>
          </a:prstGeom>
          <a:solidFill>
            <a:srgbClr val="0087BE"/>
          </a:solidFill>
          <a:ln w="12700">
            <a:solidFill>
              <a:srgbClr val="0087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143771" y="6812280"/>
            <a:ext cx="3047924" cy="45720"/>
          </a:xfrm>
          <a:prstGeom prst="rect">
            <a:avLst/>
          </a:prstGeom>
          <a:solidFill>
            <a:srgbClr val="00557C"/>
          </a:solidFill>
          <a:ln w="12700">
            <a:solidFill>
              <a:srgbClr val="00557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65760" y="1280160"/>
            <a:ext cx="11475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today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365760" y="1737360"/>
            <a:ext cx="11475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Decomposition: ΔV_v = ΔV_far,VCD + ΔV_near,opt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Per-instance blame at a chosen victim from a single backward sweep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65760" y="3017520"/>
            <a:ext cx="11475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55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TBD — Step 3 of the optimization flow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65760" y="3520440"/>
            <a:ext cx="11475720" cy="1371600"/>
          </a:xfrm>
          <a:prstGeom prst="rect">
            <a:avLst/>
          </a:prstGeom>
          <a:solidFill>
            <a:srgbClr val="F3F3F0"/>
          </a:solidFill>
          <a:ln w="1905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48640" y="3520440"/>
            <a:ext cx="11109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 the top-K aggressor set A from blame, optimize switching times {t_j ∈ W_j}_{j ∈ A} to maximize ΔV_v(T) subject to per-instance timing-window constraints.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Siemens 2020">
  <a:themeElements>
    <a:clrScheme name="Siemens AG Theme Color">
      <a:dk1>
        <a:srgbClr val="000000"/>
      </a:dk1>
      <a:lt1>
        <a:sysClr val="window" lastClr="FFFFFF"/>
      </a:lt1>
      <a:dk2>
        <a:srgbClr val="000028"/>
      </a:dk2>
      <a:lt2>
        <a:srgbClr val="F3F3F0"/>
      </a:lt2>
      <a:accent1>
        <a:srgbClr val="009999"/>
      </a:accent1>
      <a:accent2>
        <a:srgbClr val="00D7A0"/>
      </a:accent2>
      <a:accent3>
        <a:srgbClr val="00BEDC"/>
      </a:accent3>
      <a:accent4>
        <a:srgbClr val="0087BE"/>
      </a:accent4>
      <a:accent5>
        <a:srgbClr val="00557C"/>
      </a:accent5>
      <a:accent6>
        <a:srgbClr val="000028"/>
      </a:accent6>
      <a:hlink>
        <a:srgbClr val="00BEDC"/>
      </a:hlink>
      <a:folHlink>
        <a:srgbClr val="0087BE"/>
      </a:folHlink>
    </a:clrScheme>
    <a:fontScheme name="Siemens AG Them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t" anchorCtr="0"/>
      <a:lstStyle>
        <a:defPPr algn="l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  <a:headEnd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custClrLst>
    <a:custClr name="Dark Gray | 102 102 126">
      <a:srgbClr val="66667E"/>
    </a:custClr>
    <a:custClr name="Gray | 153 153 169">
      <a:srgbClr val="9999A9"/>
    </a:custClr>
    <a:custClr name="Soft Gray | 204 204 212">
      <a:srgbClr val="CCCCD4"/>
    </a:custClr>
    <a:custClr name="Light Gray | 229 229 233">
      <a:srgbClr val="E5E5E9"/>
    </a:custClr>
    <a:custClr name="Purple | 170 50 190">
      <a:srgbClr val="AA32BE"/>
    </a:custClr>
    <a:custClr name="Dark Purple | 80 0 120">
      <a:srgbClr val="500078"/>
    </a:custClr>
    <a:custClr name="Yellow | 255 215 50">
      <a:srgbClr val="FFD732"/>
    </a:custClr>
    <a:custClr name="Orange | 255 144 0">
      <a:srgbClr val="FF9000"/>
    </a:custClr>
    <a:custClr name="Soft Red | 254 131 137">
      <a:srgbClr val="FE8389"/>
    </a:custClr>
    <a:custClr name="Red | 239 1 55">
      <a:srgbClr val="EF0137"/>
    </a:custClr>
    <a:custClr name="Bold Green | For creation of the Focus Line">
      <a:srgbClr val="00FFB9"/>
    </a:custClr>
    <a:custClr name="Bold Blue | For creation of the Focus Line">
      <a:srgbClr val="00E6DC"/>
    </a:custClr>
    <a:custClr name="Light Sand | 243 243 240">
      <a:srgbClr val="F3F3F0"/>
    </a:custClr>
    <a:custClr name="Siemens Petrol | 0 153 153">
      <a:srgbClr val="009999"/>
    </a:custClr>
    <a:custClr name="Soft Green | 0 215 160">
      <a:srgbClr val="00D7A0"/>
    </a:custClr>
    <a:custClr name="Green | 0 175 142">
      <a:srgbClr val="00AF8E"/>
    </a:custClr>
    <a:custClr name="Soft Blue | 0 190 220">
      <a:srgbClr val="00BEDC"/>
    </a:custClr>
    <a:custClr name="Blue | 0 135 190">
      <a:srgbClr val="0087BE"/>
    </a:custClr>
    <a:custClr name="Dark Blue | 0 85 124">
      <a:srgbClr val="00557C"/>
    </a:custClr>
    <a:custClr name="Deep Blue | 0 0 40">
      <a:srgbClr val="000028"/>
    </a:custClr>
  </a:custClrLst>
  <a:extLst>
    <a:ext uri="{05A4C25C-085E-4340-85A3-A5531E510DB2}">
      <thm15:themeFamily xmlns:thm15="http://schemas.microsoft.com/office/thememl/2012/main" name="New Design Template - Light" id="{8154AA7A-7F1A-407F-A5CB-49F80951B3EB}" vid="{4D2EBBC1-9CDF-4912-950E-3660D1B5FE5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1315</TotalTime>
  <Words>635</Words>
  <Application>Microsoft Office PowerPoint</Application>
  <PresentationFormat>Widescreen</PresentationFormat>
  <Paragraphs>106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Wingdings</vt:lpstr>
      <vt:lpstr>Office Theme</vt:lpstr>
      <vt:lpstr>1_Siemens 2020</vt:lpstr>
      <vt:lpstr>Advanced Vectorless Towards Exhaustive DVD Signoff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Vectorless</dc:title>
  <dc:subject>PptxGenJS Presentation</dc:subject>
  <dc:creator>PptxGenJS</dc:creator>
  <cp:lastModifiedBy>Rasetarinera Rabarison, Patrick (DI SW EDA IC DDCP AN R&amp;D PI)</cp:lastModifiedBy>
  <cp:revision>8</cp:revision>
  <dcterms:created xsi:type="dcterms:W3CDTF">2026-05-10T07:18:11Z</dcterms:created>
  <dcterms:modified xsi:type="dcterms:W3CDTF">2026-05-13T06:12:21Z</dcterms:modified>
</cp:coreProperties>
</file>