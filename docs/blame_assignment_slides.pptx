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9014"/>
    <p:restoredTop sz="94660"/>
  </p:normalViewPr>
  <p:slideViewPr>
    <p:cSldViewPr snapToGrid="0">
      <p:cViewPr varScale="1">
        <p:scale>
          <a:sx d="100" n="111"/>
          <a:sy d="100" n="111"/>
        </p:scale>
        <p:origin x="80" y="420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4" Type="http://schemas.openxmlformats.org/officeDocument/2006/relationships/viewProps" Target="viewProps.xml" /><Relationship Id="rId3" Type="http://schemas.openxmlformats.org/officeDocument/2006/relationships/customXml" Target="../customXml/item3.xml" /><Relationship Id="rId13" Type="http://schemas.openxmlformats.org/officeDocument/2006/relationships/presProps" Target="presProps.xml" /><Relationship Id="rId2" Type="http://schemas.openxmlformats.org/officeDocument/2006/relationships/customXml" Target="../customXml/item2.xml" /><Relationship Id="rId1" Type="http://schemas.openxmlformats.org/officeDocument/2006/relationships/customXml" Target="../customXml/item1.xml" /><Relationship Id="rId16" Type="http://schemas.openxmlformats.org/officeDocument/2006/relationships/tableStyles" Target="tableStyles.xml" /><Relationship Id="rId4" Type="http://schemas.openxmlformats.org/officeDocument/2006/relationships/slideMaster" Target="slideMasters/slideMaster1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670C6E6A-0191-4020-A084-BB23C7AE6B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0137075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092D1760-10AA-43FB-AC0B-074FF50071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158244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BC293230-94BC-41FA-A2D9-E9259B125F8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518147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80pt (motif 1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1917542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60pt (motif 1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0427430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40pt (motif 1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1106944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80pt (motif 2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607205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60pt (motif 2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857165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40pt (motif 2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5949352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8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8679914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6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584844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4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65028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80pt (motif 1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189722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60pt (motif 1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291077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40pt (motif 1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463677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80pt (motif 2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7349206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60pt (motif 2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7767169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40pt (motif 2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9793847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8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988410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6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040381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4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6872396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80pt (motif 1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090145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60pt (motif 1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4558035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40pt (motif 1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132606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80pt (motif 2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708217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60pt (motif 2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238801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40pt (motif 2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1285112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8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444601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6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6648143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4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983971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6604737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492445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36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281652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6FD70AD7-1356-4F56-BCF5-60206B889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0742754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BC751AD9-F368-4030-BEF3-878CBEED0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937830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36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0F638833-9358-4A10-8860-60EC0C65D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36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973538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46D369A7-07BD-4B91-9E53-807AAAF0C30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67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DC2D4109-C5C2-42BB-B5A0-2F6793388E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38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36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98AE3DB-A74B-4AD6-A37C-FBCFB647B9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748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1660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1370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422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8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 Stage">
            <a:extLst>
              <a:ext uri="{FF2B5EF4-FFF2-40B4-BE49-F238E27FC236}">
                <a16:creationId xmlns:a16="http://schemas.microsoft.com/office/drawing/2014/main" id="{A71FD435-3CF0-4700-A204-51B8FECDB0E5}"/>
              </a:ext>
            </a:extLst>
          </p:cNvPr>
          <p:cNvSpPr/>
          <p:nvPr userDrawn="1"/>
        </p:nvSpPr>
        <p:spPr bwMode="hidden">
          <a:xfrm>
            <a:off x="0" y="0"/>
            <a:ext cx="12192000" cy="6166800"/>
          </a:xfrm>
          <a:prstGeom prst="rect">
            <a:avLst/>
          </a:prstGeom>
          <a:solidFill>
            <a:srgbClr val="00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BDD73C6A-6099-483E-9C34-F604024F25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20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6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A236A90B-8F03-45C0-87DD-5479E8376B64}"/>
              </a:ext>
            </a:extLst>
          </p:cNvPr>
          <p:cNvSpPr/>
          <p:nvPr userDrawn="1"/>
        </p:nvSpPr>
        <p:spPr bwMode="hidden">
          <a:xfrm>
            <a:off x="0" y="0"/>
            <a:ext cx="12192000" cy="6166800"/>
          </a:xfrm>
          <a:prstGeom prst="rect">
            <a:avLst/>
          </a:prstGeom>
          <a:solidFill>
            <a:srgbClr val="00E6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CFA8B97-DE99-4B15-8C8C-3748FA022B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070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4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40C63E25-48A4-43B2-BEE6-D2FE79309C83}"/>
              </a:ext>
            </a:extLst>
          </p:cNvPr>
          <p:cNvSpPr/>
          <p:nvPr userDrawn="1"/>
        </p:nvSpPr>
        <p:spPr bwMode="hidden">
          <a:xfrm>
            <a:off x="0" y="0"/>
            <a:ext cx="12192000" cy="6166800"/>
          </a:xfrm>
          <a:prstGeom prst="rect">
            <a:avLst/>
          </a:prstGeom>
          <a:gradFill>
            <a:gsLst>
              <a:gs pos="40000">
                <a:srgbClr val="00FFB9"/>
              </a:gs>
              <a:gs pos="100000">
                <a:srgbClr val="00E6DC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EN" dirty="0"/>
          </a:p>
        </p:txBody>
      </p:sp>
      <p:sp>
        <p:nvSpPr>
          <p:cNvPr id="9" name="Color Stage">
            <a:extLst>
              <a:ext uri="{FF2B5EF4-FFF2-40B4-BE49-F238E27FC236}">
                <a16:creationId xmlns:a16="http://schemas.microsoft.com/office/drawing/2014/main" id="{0C524D66-9942-450A-A90F-E7A0CC42EC73}"/>
              </a:ext>
            </a:extLst>
          </p:cNvPr>
          <p:cNvSpPr/>
          <p:nvPr userDrawn="1"/>
        </p:nvSpPr>
        <p:spPr>
          <a:xfrm>
            <a:off x="0" y="1414463"/>
            <a:ext cx="12192000" cy="4752337"/>
          </a:xfrm>
          <a:prstGeom prst="rect">
            <a:avLst/>
          </a:prstGeom>
          <a:gradFill flip="none" rotWithShape="1">
            <a:gsLst>
              <a:gs pos="0">
                <a:srgbClr val="00FFB9"/>
              </a:gs>
              <a:gs pos="100000">
                <a:schemeClr val="bg2">
                  <a:alpha val="0"/>
                </a:schemeClr>
              </a:gs>
              <a:gs pos="40000">
                <a:srgbClr val="00FFB9">
                  <a:alpha val="50000"/>
                </a:srgb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 dirty="0"/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CCD0B8A8-7DE9-432C-82EA-6468E4BB56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367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4FC1DCA2-253A-4E87-91E4-D402488C8D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960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1"/>
            <a:ext cx="9288000" cy="16226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543E2CC-A901-4194-A712-51CE520302B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3066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399" y="1414463"/>
            <a:ext cx="11370437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2A2349A4-4A97-42CC-AE59-7EDEE385EDF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3467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7199311" cy="4751387"/>
          </a:xfrm>
        </p:spPr>
        <p:txBody>
          <a:bodyPr/>
          <a:lstStyle>
            <a:lvl1pPr defTabSz="360000">
              <a:spcAft>
                <a:spcPts val="900"/>
              </a:spcAft>
              <a:tabLst>
                <a:tab pos="7200000" algn="r"/>
              </a:tabLst>
              <a:defRPr/>
            </a:lvl1pPr>
            <a:lvl2pPr defTabSz="360000">
              <a:spcAft>
                <a:spcPts val="900"/>
              </a:spcAft>
              <a:tabLst>
                <a:tab pos="7200000" algn="r"/>
              </a:tabLst>
              <a:defRPr/>
            </a:lvl2pPr>
            <a:lvl3pPr marL="180000" defTabSz="360000">
              <a:spcAft>
                <a:spcPts val="900"/>
              </a:spcAft>
              <a:tabLst>
                <a:tab pos="7200000" algn="r"/>
              </a:tabLst>
              <a:defRPr b="1"/>
            </a:lvl3pPr>
            <a:lvl4pPr marL="360000" defTabSz="360000">
              <a:spcAft>
                <a:spcPts val="900"/>
              </a:spcAft>
              <a:tabLst>
                <a:tab pos="7200000" algn="r"/>
              </a:tabLst>
              <a:defRPr/>
            </a:lvl4pPr>
            <a:lvl5pPr marL="360000" defTabSz="360000">
              <a:spcAft>
                <a:spcPts val="900"/>
              </a:spcAft>
              <a:tabLst>
                <a:tab pos="7200000" algn="r"/>
              </a:tabLst>
              <a:defRPr b="1"/>
            </a:lvl5pPr>
            <a:lvl6pPr marL="180000" defTabSz="360000">
              <a:spcAft>
                <a:spcPts val="600"/>
              </a:spcAft>
              <a:tabLst>
                <a:tab pos="7200000" algn="r"/>
              </a:tabLst>
              <a:defRPr sz="1600"/>
            </a:lvl6pPr>
            <a:lvl7pPr marL="180000" defTabSz="360000">
              <a:spcAft>
                <a:spcPts val="600"/>
              </a:spcAft>
              <a:tabLst>
                <a:tab pos="7200000" algn="r"/>
              </a:tabLst>
              <a:defRPr sz="1600" b="1"/>
            </a:lvl7pPr>
            <a:lvl8pPr marL="360000" defTabSz="360000">
              <a:spcAft>
                <a:spcPts val="600"/>
              </a:spcAft>
              <a:tabLst>
                <a:tab pos="7200000" algn="r"/>
              </a:tabLst>
              <a:defRPr sz="1600"/>
            </a:lvl8pPr>
            <a:lvl9pPr marL="360000" defTabSz="360000">
              <a:spcAft>
                <a:spcPts val="600"/>
              </a:spcAft>
              <a:tabLst>
                <a:tab pos="7200000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702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20" pos="4794">
          <p15:clr>
            <a:srgbClr val="65CEFF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5903912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py 2" descr="Agenda text frame">
            <a:extLst>
              <a:ext uri="{FF2B5EF4-FFF2-40B4-BE49-F238E27FC236}">
                <a16:creationId xmlns:a16="http://schemas.microsoft.com/office/drawing/2014/main" id="{F3AAF44F-3461-47E2-8680-A8CD08522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6743700" y="1414463"/>
            <a:ext cx="5043488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040000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B400EC0-C78D-42DD-85FB-5ED577185C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442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01" name="Content Placeholder"/>
          <p:cNvSpPr>
            <a:spLocks noGrp="1"/>
          </p:cNvSpPr>
          <p:nvPr>
            <p:ph idx="1"/>
          </p:nvPr>
        </p:nvSpPr>
        <p:spPr>
          <a:xfrm>
            <a:off x="410400" y="1200000"/>
            <a:ext cx="11371200" cy="5050000"/>
          </a:xfr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4245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full size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0"/>
            <a:ext cx="1219200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9252000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Content page,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2AF4F4C6-6E41-442C-BB9E-9E72BE92D2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0881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2" orient="horz" pos="664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full size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0"/>
            <a:ext cx="1219200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9252000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 page,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499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2" orient="horz" pos="664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1"/>
            <a:ext cx="761116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Thematic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6156275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 page,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8042400" y="1054100"/>
            <a:ext cx="3744000" cy="5113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011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522">
          <p15:clr>
            <a:srgbClr val="65CEFF"/>
          </p15:clr>
        </p15:guide>
        <p15:guide id="3" pos="4794">
          <p15:clr>
            <a:srgbClr val="65CEFF"/>
          </p15:clr>
        </p15:guide>
        <p15:guide id="4" pos="5066">
          <p15:clr>
            <a:srgbClr val="65CEFF"/>
          </p15:clr>
        </p15:guide>
        <p15:guide id="5" pos="6472">
          <p15:clr>
            <a:srgbClr val="65CEFF"/>
          </p15:clr>
        </p15:guide>
        <p15:guide id="6" pos="7425">
          <p15:clr>
            <a:srgbClr val="65CEFF"/>
          </p15:clr>
        </p15:guide>
        <p15:guide id="7" orient="horz" pos="302">
          <p15:clr>
            <a:srgbClr val="65CEFF"/>
          </p15:clr>
        </p15:guide>
        <p15:guide id="8" orient="horz" pos="664">
          <p15:clr>
            <a:srgbClr val="65CEFF"/>
          </p15:clr>
        </p15:guide>
        <p15:guide id="9" orient="horz" pos="891">
          <p15:clr>
            <a:srgbClr val="65CEFF"/>
          </p15:clr>
        </p15:guide>
        <p15:guide id="10" orient="horz" pos="3658">
          <p15:clr>
            <a:srgbClr val="65CEFF"/>
          </p15:clr>
        </p15:guide>
        <p15:guide id="11" orient="horz" pos="3885">
          <p15:clr>
            <a:srgbClr val="65CEFF"/>
          </p15:clr>
        </p15:guide>
        <p15:guide id="12" orient="horz" pos="4157">
          <p15:clr>
            <a:srgbClr val="65CEFF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890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3" descr="Content text frame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A53CF7CF-3A43-5B1E-4240-BD93149833D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2105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 flip="none" rotWithShape="1">
          <a:gsLst>
            <a:gs pos="40000">
              <a:schemeClr val="accent6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B8172AC2-E83F-4EFD-B70E-DE91E64651D8}"/>
              </a:ext>
            </a:extLst>
          </p:cNvPr>
          <p:cNvSpPr/>
          <p:nvPr userDrawn="1"/>
        </p:nvSpPr>
        <p:spPr>
          <a:xfrm>
            <a:off x="0" y="1414463"/>
            <a:ext cx="12192000" cy="5443537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258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Light Sa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1AC59AB3-8DAC-43B8-977E-A91337DC082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5215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08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865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14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3" descr="Content text frame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949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2" descr="Content text frame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3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py 4" descr="Content text frame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 bwMode="black"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854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2206">
          <p15:clr>
            <a:srgbClr val="65CEFF"/>
          </p15:clr>
        </p15:guide>
        <p15:guide id="10" orient="horz" pos="2343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 descr="Thematic picture – please describe furth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411161" y="1414800"/>
            <a:ext cx="7199313" cy="4752000"/>
          </a:xfrm>
          <a:solidFill>
            <a:srgbClr val="9999A9"/>
          </a:solidFill>
        </p:spPr>
        <p:txBody>
          <a:bodyPr lIns="144000" tIns="108000" rIns="144000" bIns="108000">
            <a:noAutofit/>
          </a:bodyPr>
          <a:lstStyle/>
          <a:p>
            <a:r>
              <a:rPr lang="en-US" dirty="0"/>
              <a:t>Thematic picture</a:t>
            </a:r>
          </a:p>
        </p:txBody>
      </p:sp>
      <p:sp>
        <p:nvSpPr>
          <p:cNvPr id="4" name="Copy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01" name="Content Placeholder"/>
          <p:cNvSpPr>
            <a:spLocks noGrp="1"/>
          </p:cNvSpPr>
          <p:nvPr>
            <p:ph idx="1"/>
          </p:nvPr>
        </p:nvSpPr>
        <p:spPr>
          <a:xfrm>
            <a:off x="410400" y="1200000"/>
            <a:ext cx="11371200" cy="5050000"/>
          </a:xfr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9864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able Placeholder" descr="Content table  frame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 bwMode="black">
          <a:xfrm>
            <a:off x="404812" y="1414461"/>
            <a:ext cx="11376026" cy="4392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410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 descr="Slide headlin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rgbClr val="00C1B6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py 2" descr="Content text frame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 bwMode="black"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rgbClr val="00C1B6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py 3" descr="Content text frame (highlight)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 bwMode="blackWhite">
          <a:xfrm>
            <a:off x="8187189" y="1414462"/>
            <a:ext cx="3600000" cy="4392000"/>
          </a:xfrm>
          <a:prstGeom prst="rect">
            <a:avLst/>
          </a:prstGeom>
          <a:solidFill>
            <a:srgbClr val="00C1B6"/>
          </a:solidFill>
          <a:ln w="19050">
            <a:solidFill>
              <a:srgbClr val="00C1B6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139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B813CE-4DD6-4EAD-800B-047C0542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-540000"/>
            <a:ext cx="9863997" cy="360000"/>
          </a:xfrm>
        </p:spPr>
        <p:txBody>
          <a:bodyPr/>
          <a:lstStyle>
            <a:lvl1pPr>
              <a:defRPr b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61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3885">
          <p15:clr>
            <a:srgbClr val="65CEFF"/>
          </p15:clr>
        </p15:guide>
        <p15:guide id="8" orient="horz" pos="4157">
          <p15:clr>
            <a:srgbClr val="65CEFF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3A8C0A65-FABA-4781-9F01-D54558440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62" y="-540000"/>
            <a:ext cx="9863138" cy="360000"/>
          </a:xfrm>
        </p:spPr>
        <p:txBody>
          <a:bodyPr/>
          <a:lstStyle>
            <a:lvl1pPr>
              <a:defRPr b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178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2206">
          <p15:clr>
            <a:srgbClr val="65CEFF"/>
          </p15:clr>
        </p15:guide>
        <p15:guide id="7" orient="horz" pos="2343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tatement text fram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986400" y="1270799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 b="0">
                <a:gradFill>
                  <a:gsLst>
                    <a:gs pos="20000">
                      <a:srgbClr val="00FFB9"/>
                    </a:gs>
                    <a:gs pos="70000">
                      <a:srgbClr val="00E6DC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0EF6BB07-4F4E-4859-9572-DA63E35B93A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09BD8BE5-BFF2-469D-8B93-9556FCC45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9372441-FA7E-4481-BBC2-24CB6D301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407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tatement text fram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986400" y="1271538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 b="0">
                <a:gradFill>
                  <a:gsLst>
                    <a:gs pos="20000">
                      <a:srgbClr val="00FFB9"/>
                    </a:gs>
                    <a:gs pos="70000">
                      <a:srgbClr val="00E6DC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9F9E844-3827-4B6C-9CB5-13C9A70DCD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52C2AF7-8539-453F-BD56-35B696DB2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099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 descr="Slide headlin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58400" y="1234800"/>
            <a:ext cx="9216000" cy="1162523"/>
          </a:xfrm>
          <a:noFill/>
        </p:spPr>
        <p:txBody>
          <a:bodyPr wrap="square" lIns="0" tIns="54000" rIns="0" bIns="0" anchor="t" anchorCtr="0">
            <a:spAutoFit/>
          </a:bodyPr>
          <a:lstStyle>
            <a:lvl1pPr marL="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2pPr>
            <a:lvl3pPr marL="144000" indent="-144000" algn="l"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 b="0"/>
            </a:lvl3pPr>
            <a:lvl4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4pPr>
            <a:lvl5pPr marL="144000" indent="-144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36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7pPr>
            <a:lvl8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54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9pPr>
          </a:lstStyle>
          <a:p>
            <a:pPr lvl="0"/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 etc.</a:t>
            </a:r>
          </a:p>
          <a:p>
            <a:pPr lvl="2"/>
            <a:r>
              <a:rPr lang="en-US" dirty="0"/>
              <a:t>Skills etc.</a:t>
            </a:r>
          </a:p>
          <a:p>
            <a:pPr lvl="3"/>
            <a:r>
              <a:rPr lang="en-US" dirty="0"/>
              <a:t>Name etc. sublevel</a:t>
            </a:r>
          </a:p>
          <a:p>
            <a:pPr lvl="4"/>
            <a:r>
              <a:rPr lang="en-US" dirty="0"/>
              <a:t>Skills etc. sublevel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9812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dark (Text spotlight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1"/>
            <a:ext cx="761116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Thematic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6156275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Content page,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8042400" y="1054100"/>
            <a:ext cx="3744000" cy="5113338"/>
          </a:xfrm>
        </p:spPr>
        <p:txBody>
          <a:bodyPr/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Siemens Logo" descr="Siemens logo">
            <a:extLst>
              <a:ext uri="{FF2B5EF4-FFF2-40B4-BE49-F238E27FC236}">
                <a16:creationId xmlns:a16="http://schemas.microsoft.com/office/drawing/2014/main" id="{981D8F55-811B-AEDF-5E04-DCFE25B08B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310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522">
          <p15:clr>
            <a:srgbClr val="65CEFF"/>
          </p15:clr>
        </p15:guide>
        <p15:guide id="3" pos="4794">
          <p15:clr>
            <a:srgbClr val="65CEFF"/>
          </p15:clr>
        </p15:guide>
        <p15:guide id="4" pos="5066">
          <p15:clr>
            <a:srgbClr val="65CEFF"/>
          </p15:clr>
        </p15:guide>
        <p15:guide id="5" pos="6472">
          <p15:clr>
            <a:srgbClr val="65CEFF"/>
          </p15:clr>
        </p15:guide>
        <p15:guide id="6" pos="7425">
          <p15:clr>
            <a:srgbClr val="65CEFF"/>
          </p15:clr>
        </p15:guide>
        <p15:guide id="7" orient="horz" pos="302">
          <p15:clr>
            <a:srgbClr val="65CEFF"/>
          </p15:clr>
        </p15:guide>
        <p15:guide id="8" orient="horz" pos="664">
          <p15:clr>
            <a:srgbClr val="65CEFF"/>
          </p15:clr>
        </p15:guide>
        <p15:guide id="9" orient="horz" pos="891">
          <p15:clr>
            <a:srgbClr val="65CEFF"/>
          </p15:clr>
        </p15:guide>
        <p15:guide id="10" orient="horz" pos="3658">
          <p15:clr>
            <a:srgbClr val="65CEFF"/>
          </p15:clr>
        </p15:guide>
        <p15:guide id="11" orient="horz" pos="3885">
          <p15:clr>
            <a:srgbClr val="65CEFF"/>
          </p15:clr>
        </p15:guide>
        <p15:guide id="12" orient="horz" pos="4157">
          <p15:clr>
            <a:srgbClr val="65CEFF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dark (small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A0D24217-CDAA-9414-DB12-8FECD39730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15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FCE6EDED-EE91-CFB1-0A36-6DFA7D3929E0}"/>
              </a:ext>
            </a:extLst>
          </p:cNvPr>
          <p:cNvSpPr/>
          <p:nvPr userDrawn="1"/>
        </p:nvSpPr>
        <p:spPr>
          <a:xfrm>
            <a:off x="410400" y="3280229"/>
            <a:ext cx="5467886" cy="2656114"/>
          </a:xfrm>
          <a:prstGeom prst="roundRect">
            <a:avLst>
              <a:gd name="adj" fmla="val 20492"/>
            </a:avLst>
          </a:prstGeom>
          <a:noFill/>
          <a:ln>
            <a:solidFill>
              <a:srgbClr val="F3F3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3572B39-48A0-2EEE-61F4-88FFD3F9F9E7}"/>
              </a:ext>
            </a:extLst>
          </p:cNvPr>
          <p:cNvSpPr txBox="1"/>
          <p:nvPr userDrawn="1"/>
        </p:nvSpPr>
        <p:spPr>
          <a:xfrm>
            <a:off x="928531" y="3507500"/>
            <a:ext cx="365484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dirty="0" err="1">
                <a:solidFill>
                  <a:srgbClr val="00E6DC"/>
                </a:solidFill>
              </a:rPr>
              <a:t>What</a:t>
            </a:r>
            <a:r>
              <a:rPr lang="de-DE" dirty="0">
                <a:solidFill>
                  <a:srgbClr val="00E6DC"/>
                </a:solidFill>
              </a:rPr>
              <a:t> </a:t>
            </a:r>
            <a:r>
              <a:rPr lang="de-DE" dirty="0" err="1">
                <a:solidFill>
                  <a:srgbClr val="00E6DC"/>
                </a:solidFill>
              </a:rPr>
              <a:t>are</a:t>
            </a:r>
            <a:r>
              <a:rPr lang="de-DE" dirty="0">
                <a:solidFill>
                  <a:srgbClr val="00E6DC"/>
                </a:solidFill>
              </a:rPr>
              <a:t> </a:t>
            </a:r>
            <a:r>
              <a:rPr lang="de-DE" dirty="0" err="1">
                <a:solidFill>
                  <a:srgbClr val="00E6DC"/>
                </a:solidFill>
              </a:rPr>
              <a:t>key</a:t>
            </a:r>
            <a:r>
              <a:rPr lang="de-DE" dirty="0">
                <a:solidFill>
                  <a:srgbClr val="00E6DC"/>
                </a:solidFill>
              </a:rPr>
              <a:t> </a:t>
            </a:r>
            <a:r>
              <a:rPr lang="de-DE" dirty="0" err="1">
                <a:solidFill>
                  <a:srgbClr val="00E6DC"/>
                </a:solidFill>
              </a:rPr>
              <a:t>facts</a:t>
            </a:r>
            <a:r>
              <a:rPr lang="de-DE" dirty="0">
                <a:solidFill>
                  <a:srgbClr val="00E6DC"/>
                </a:solidFill>
              </a:rPr>
              <a:t> on </a:t>
            </a:r>
            <a:r>
              <a:rPr lang="de-DE" dirty="0" err="1">
                <a:solidFill>
                  <a:srgbClr val="00E6DC"/>
                </a:solidFill>
              </a:rPr>
              <a:t>the</a:t>
            </a:r>
            <a:r>
              <a:rPr lang="de-DE" dirty="0">
                <a:solidFill>
                  <a:srgbClr val="00E6DC"/>
                </a:solidFill>
              </a:rPr>
              <a:t> </a:t>
            </a:r>
            <a:r>
              <a:rPr lang="de-DE" dirty="0" err="1">
                <a:solidFill>
                  <a:srgbClr val="00E6DC"/>
                </a:solidFill>
              </a:rPr>
              <a:t>decision</a:t>
            </a:r>
            <a:r>
              <a:rPr lang="de-DE" dirty="0">
                <a:solidFill>
                  <a:srgbClr val="00E6DC"/>
                </a:solidFill>
              </a:rPr>
              <a:t>?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3F5158FF-6434-1BDE-38DB-9F8EBB255BDA}"/>
              </a:ext>
            </a:extLst>
          </p:cNvPr>
          <p:cNvSpPr/>
          <p:nvPr userDrawn="1"/>
        </p:nvSpPr>
        <p:spPr>
          <a:xfrm>
            <a:off x="6313714" y="3280229"/>
            <a:ext cx="5467886" cy="2656114"/>
          </a:xfrm>
          <a:prstGeom prst="roundRect">
            <a:avLst>
              <a:gd name="adj" fmla="val 20492"/>
            </a:avLst>
          </a:prstGeom>
          <a:noFill/>
          <a:ln>
            <a:solidFill>
              <a:srgbClr val="F3F3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24CEFF0-FDD0-8B22-FF7C-2FF3D550F11E}"/>
              </a:ext>
            </a:extLst>
          </p:cNvPr>
          <p:cNvSpPr txBox="1"/>
          <p:nvPr userDrawn="1"/>
        </p:nvSpPr>
        <p:spPr>
          <a:xfrm>
            <a:off x="6980341" y="3532699"/>
            <a:ext cx="291105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dirty="0" err="1">
                <a:solidFill>
                  <a:srgbClr val="00E6DC"/>
                </a:solidFill>
              </a:rPr>
              <a:t>What</a:t>
            </a:r>
            <a:r>
              <a:rPr lang="de-DE" dirty="0">
                <a:solidFill>
                  <a:srgbClr val="00E6DC"/>
                </a:solidFill>
              </a:rPr>
              <a:t> </a:t>
            </a:r>
            <a:r>
              <a:rPr lang="de-DE" dirty="0" err="1">
                <a:solidFill>
                  <a:srgbClr val="00E6DC"/>
                </a:solidFill>
              </a:rPr>
              <a:t>are</a:t>
            </a:r>
            <a:r>
              <a:rPr lang="de-DE" dirty="0">
                <a:solidFill>
                  <a:srgbClr val="00E6DC"/>
                </a:solidFill>
              </a:rPr>
              <a:t> </a:t>
            </a:r>
            <a:r>
              <a:rPr lang="de-DE" dirty="0" err="1">
                <a:solidFill>
                  <a:srgbClr val="00E6DC"/>
                </a:solidFill>
              </a:rPr>
              <a:t>main</a:t>
            </a:r>
            <a:r>
              <a:rPr lang="de-DE" dirty="0">
                <a:solidFill>
                  <a:srgbClr val="00E6DC"/>
                </a:solidFill>
              </a:rPr>
              <a:t> </a:t>
            </a:r>
            <a:r>
              <a:rPr lang="de-DE" dirty="0" err="1">
                <a:solidFill>
                  <a:srgbClr val="00E6DC"/>
                </a:solidFill>
              </a:rPr>
              <a:t>pros</a:t>
            </a:r>
            <a:r>
              <a:rPr lang="de-DE" dirty="0">
                <a:solidFill>
                  <a:srgbClr val="00E6DC"/>
                </a:solidFill>
              </a:rPr>
              <a:t> &amp; </a:t>
            </a:r>
            <a:r>
              <a:rPr lang="de-DE" dirty="0" err="1">
                <a:solidFill>
                  <a:srgbClr val="00E6DC"/>
                </a:solidFill>
              </a:rPr>
              <a:t>cons</a:t>
            </a:r>
            <a:r>
              <a:rPr lang="de-DE" dirty="0">
                <a:solidFill>
                  <a:srgbClr val="00E6DC"/>
                </a:solidFill>
              </a:rPr>
              <a:t>?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C9A2B76-A11B-5C87-EEB1-ECCDB7C0613C}"/>
              </a:ext>
            </a:extLst>
          </p:cNvPr>
          <p:cNvSpPr/>
          <p:nvPr userDrawn="1"/>
        </p:nvSpPr>
        <p:spPr>
          <a:xfrm>
            <a:off x="0" y="1391479"/>
            <a:ext cx="12192000" cy="1446577"/>
          </a:xfrm>
          <a:prstGeom prst="rect">
            <a:avLst/>
          </a:prstGeom>
          <a:solidFill>
            <a:schemeClr val="tx1">
              <a:lumMod val="95000"/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11" name="Shape 46482">
            <a:extLst>
              <a:ext uri="{FF2B5EF4-FFF2-40B4-BE49-F238E27FC236}">
                <a16:creationId xmlns:a16="http://schemas.microsoft.com/office/drawing/2014/main" id="{218BB118-21E3-3600-03B0-22663E0097EA}"/>
              </a:ext>
            </a:extLst>
          </p:cNvPr>
          <p:cNvSpPr/>
          <p:nvPr userDrawn="1"/>
        </p:nvSpPr>
        <p:spPr>
          <a:xfrm>
            <a:off x="204469" y="1649337"/>
            <a:ext cx="413385" cy="11887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9" h="21600" extrusionOk="0">
                <a:moveTo>
                  <a:pt x="4374" y="0"/>
                </a:moveTo>
                <a:cubicBezTo>
                  <a:pt x="3813" y="0"/>
                  <a:pt x="3308" y="81"/>
                  <a:pt x="2940" y="210"/>
                </a:cubicBezTo>
                <a:cubicBezTo>
                  <a:pt x="2573" y="338"/>
                  <a:pt x="2342" y="515"/>
                  <a:pt x="2342" y="712"/>
                </a:cubicBezTo>
                <a:lnTo>
                  <a:pt x="2342" y="4349"/>
                </a:lnTo>
                <a:lnTo>
                  <a:pt x="2342" y="4805"/>
                </a:lnTo>
                <a:lnTo>
                  <a:pt x="2342" y="6642"/>
                </a:lnTo>
                <a:cubicBezTo>
                  <a:pt x="2216" y="6639"/>
                  <a:pt x="2090" y="6640"/>
                  <a:pt x="1965" y="6645"/>
                </a:cubicBezTo>
                <a:cubicBezTo>
                  <a:pt x="1216" y="6673"/>
                  <a:pt x="548" y="6826"/>
                  <a:pt x="212" y="7061"/>
                </a:cubicBezTo>
                <a:cubicBezTo>
                  <a:pt x="-22" y="7225"/>
                  <a:pt x="-74" y="7421"/>
                  <a:pt x="114" y="7607"/>
                </a:cubicBezTo>
                <a:cubicBezTo>
                  <a:pt x="628" y="8461"/>
                  <a:pt x="1448" y="9291"/>
                  <a:pt x="2563" y="10072"/>
                </a:cubicBezTo>
                <a:cubicBezTo>
                  <a:pt x="3170" y="10498"/>
                  <a:pt x="3866" y="10907"/>
                  <a:pt x="4456" y="11335"/>
                </a:cubicBezTo>
                <a:cubicBezTo>
                  <a:pt x="4970" y="11709"/>
                  <a:pt x="5440" y="12112"/>
                  <a:pt x="5811" y="12517"/>
                </a:cubicBezTo>
                <a:lnTo>
                  <a:pt x="5136" y="21600"/>
                </a:lnTo>
                <a:lnTo>
                  <a:pt x="18342" y="21600"/>
                </a:lnTo>
                <a:lnTo>
                  <a:pt x="17644" y="12280"/>
                </a:lnTo>
                <a:cubicBezTo>
                  <a:pt x="17875" y="12024"/>
                  <a:pt x="18142" y="11774"/>
                  <a:pt x="18424" y="11525"/>
                </a:cubicBezTo>
                <a:cubicBezTo>
                  <a:pt x="19452" y="10614"/>
                  <a:pt x="20903" y="9745"/>
                  <a:pt x="21300" y="8772"/>
                </a:cubicBezTo>
                <a:cubicBezTo>
                  <a:pt x="21526" y="8217"/>
                  <a:pt x="21419" y="7653"/>
                  <a:pt x="21374" y="7093"/>
                </a:cubicBezTo>
                <a:cubicBezTo>
                  <a:pt x="21323" y="6473"/>
                  <a:pt x="21360" y="5853"/>
                  <a:pt x="21365" y="5233"/>
                </a:cubicBezTo>
                <a:cubicBezTo>
                  <a:pt x="21367" y="5036"/>
                  <a:pt x="21143" y="4859"/>
                  <a:pt x="20775" y="4730"/>
                </a:cubicBezTo>
                <a:cubicBezTo>
                  <a:pt x="20408" y="4602"/>
                  <a:pt x="19894" y="4521"/>
                  <a:pt x="19334" y="4521"/>
                </a:cubicBezTo>
                <a:lnTo>
                  <a:pt x="19112" y="4521"/>
                </a:lnTo>
                <a:cubicBezTo>
                  <a:pt x="18551" y="4521"/>
                  <a:pt x="18046" y="4602"/>
                  <a:pt x="17679" y="4730"/>
                </a:cubicBezTo>
                <a:cubicBezTo>
                  <a:pt x="17332" y="4852"/>
                  <a:pt x="17121" y="5018"/>
                  <a:pt x="17097" y="5201"/>
                </a:cubicBezTo>
                <a:lnTo>
                  <a:pt x="16458" y="5164"/>
                </a:lnTo>
                <a:lnTo>
                  <a:pt x="16458" y="4865"/>
                </a:lnTo>
                <a:cubicBezTo>
                  <a:pt x="16458" y="4669"/>
                  <a:pt x="16228" y="4489"/>
                  <a:pt x="15860" y="4360"/>
                </a:cubicBezTo>
                <a:cubicBezTo>
                  <a:pt x="15492" y="4231"/>
                  <a:pt x="14987" y="4154"/>
                  <a:pt x="14426" y="4154"/>
                </a:cubicBezTo>
                <a:lnTo>
                  <a:pt x="14197" y="4154"/>
                </a:lnTo>
                <a:cubicBezTo>
                  <a:pt x="13636" y="4154"/>
                  <a:pt x="13129" y="4231"/>
                  <a:pt x="12763" y="4360"/>
                </a:cubicBezTo>
                <a:cubicBezTo>
                  <a:pt x="12397" y="4489"/>
                  <a:pt x="12173" y="4669"/>
                  <a:pt x="12173" y="4865"/>
                </a:cubicBezTo>
                <a:lnTo>
                  <a:pt x="12173" y="4914"/>
                </a:lnTo>
                <a:lnTo>
                  <a:pt x="11542" y="4880"/>
                </a:lnTo>
                <a:lnTo>
                  <a:pt x="11542" y="4400"/>
                </a:lnTo>
                <a:cubicBezTo>
                  <a:pt x="11542" y="4204"/>
                  <a:pt x="11312" y="4024"/>
                  <a:pt x="10944" y="3895"/>
                </a:cubicBezTo>
                <a:cubicBezTo>
                  <a:pt x="10577" y="3766"/>
                  <a:pt x="10072" y="3689"/>
                  <a:pt x="9511" y="3689"/>
                </a:cubicBezTo>
                <a:lnTo>
                  <a:pt x="9289" y="3689"/>
                </a:lnTo>
                <a:cubicBezTo>
                  <a:pt x="8728" y="3689"/>
                  <a:pt x="8223" y="3766"/>
                  <a:pt x="7856" y="3895"/>
                </a:cubicBezTo>
                <a:cubicBezTo>
                  <a:pt x="7488" y="4024"/>
                  <a:pt x="7258" y="4204"/>
                  <a:pt x="7258" y="4400"/>
                </a:cubicBezTo>
                <a:lnTo>
                  <a:pt x="7258" y="4630"/>
                </a:lnTo>
                <a:lnTo>
                  <a:pt x="6627" y="4593"/>
                </a:lnTo>
                <a:lnTo>
                  <a:pt x="6627" y="712"/>
                </a:lnTo>
                <a:cubicBezTo>
                  <a:pt x="6627" y="515"/>
                  <a:pt x="6405" y="338"/>
                  <a:pt x="6037" y="210"/>
                </a:cubicBezTo>
                <a:cubicBezTo>
                  <a:pt x="5669" y="81"/>
                  <a:pt x="5156" y="0"/>
                  <a:pt x="4595" y="0"/>
                </a:cubicBezTo>
                <a:lnTo>
                  <a:pt x="4374" y="0"/>
                </a:lnTo>
                <a:close/>
              </a:path>
            </a:pathLst>
          </a:custGeom>
          <a:solidFill>
            <a:srgbClr val="00E6DC"/>
          </a:solidFill>
          <a:ln w="12700" cap="flat">
            <a:noFill/>
            <a:miter lim="400000"/>
          </a:ln>
          <a:effectLst/>
        </p:spPr>
        <p:txBody>
          <a:bodyPr wrap="square" lIns="26789" tIns="26789" rIns="26789" bIns="26789" numCol="1" anchor="ctr">
            <a:noAutofit/>
          </a:bodyPr>
          <a:lstStyle/>
          <a:p>
            <a:endParaRPr sz="2532">
              <a:latin typeface="Lato Light" panose="020F0502020204030203" pitchFamily="34" charset="0"/>
            </a:endParaRPr>
          </a:p>
        </p:txBody>
      </p:sp>
      <p:sp>
        <p:nvSpPr>
          <p:cNvPr id="12" name="Shape 46483">
            <a:extLst>
              <a:ext uri="{FF2B5EF4-FFF2-40B4-BE49-F238E27FC236}">
                <a16:creationId xmlns:a16="http://schemas.microsoft.com/office/drawing/2014/main" id="{3ED4C0AD-EC9A-DFD7-6B4C-936D5797984F}"/>
              </a:ext>
            </a:extLst>
          </p:cNvPr>
          <p:cNvSpPr/>
          <p:nvPr userDrawn="1"/>
        </p:nvSpPr>
        <p:spPr>
          <a:xfrm>
            <a:off x="4168292" y="1649337"/>
            <a:ext cx="392689" cy="11887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3" h="21584" extrusionOk="0">
                <a:moveTo>
                  <a:pt x="10411" y="3"/>
                </a:moveTo>
                <a:cubicBezTo>
                  <a:pt x="9856" y="-16"/>
                  <a:pt x="9330" y="39"/>
                  <a:pt x="8926" y="147"/>
                </a:cubicBezTo>
                <a:cubicBezTo>
                  <a:pt x="8523" y="254"/>
                  <a:pt x="8242" y="414"/>
                  <a:pt x="8184" y="598"/>
                </a:cubicBezTo>
                <a:lnTo>
                  <a:pt x="7376" y="5631"/>
                </a:lnTo>
                <a:lnTo>
                  <a:pt x="6568" y="5599"/>
                </a:lnTo>
                <a:lnTo>
                  <a:pt x="4757" y="1849"/>
                </a:lnTo>
                <a:cubicBezTo>
                  <a:pt x="4699" y="1665"/>
                  <a:pt x="4425" y="1506"/>
                  <a:pt x="4023" y="1398"/>
                </a:cubicBezTo>
                <a:cubicBezTo>
                  <a:pt x="3621" y="1290"/>
                  <a:pt x="3094" y="1233"/>
                  <a:pt x="2538" y="1252"/>
                </a:cubicBezTo>
                <a:lnTo>
                  <a:pt x="2318" y="1260"/>
                </a:lnTo>
                <a:cubicBezTo>
                  <a:pt x="1762" y="1280"/>
                  <a:pt x="1281" y="1373"/>
                  <a:pt x="955" y="1506"/>
                </a:cubicBezTo>
                <a:cubicBezTo>
                  <a:pt x="629" y="1639"/>
                  <a:pt x="456" y="1811"/>
                  <a:pt x="515" y="1995"/>
                </a:cubicBezTo>
                <a:lnTo>
                  <a:pt x="2832" y="7412"/>
                </a:lnTo>
                <a:cubicBezTo>
                  <a:pt x="1722" y="7352"/>
                  <a:pt x="631" y="7551"/>
                  <a:pt x="188" y="7893"/>
                </a:cubicBezTo>
                <a:cubicBezTo>
                  <a:pt x="-17" y="8052"/>
                  <a:pt x="-61" y="8233"/>
                  <a:pt x="90" y="8407"/>
                </a:cubicBezTo>
                <a:cubicBezTo>
                  <a:pt x="754" y="9197"/>
                  <a:pt x="1577" y="9972"/>
                  <a:pt x="2538" y="10729"/>
                </a:cubicBezTo>
                <a:cubicBezTo>
                  <a:pt x="3071" y="11149"/>
                  <a:pt x="3655" y="11561"/>
                  <a:pt x="4252" y="11972"/>
                </a:cubicBezTo>
                <a:cubicBezTo>
                  <a:pt x="4762" y="12323"/>
                  <a:pt x="5338" y="12691"/>
                  <a:pt x="5912" y="13045"/>
                </a:cubicBezTo>
                <a:lnTo>
                  <a:pt x="5239" y="21584"/>
                </a:lnTo>
                <a:lnTo>
                  <a:pt x="18399" y="21584"/>
                </a:lnTo>
                <a:lnTo>
                  <a:pt x="17723" y="13048"/>
                </a:lnTo>
                <a:cubicBezTo>
                  <a:pt x="18349" y="12671"/>
                  <a:pt x="18949" y="12295"/>
                  <a:pt x="19539" y="11916"/>
                </a:cubicBezTo>
                <a:cubicBezTo>
                  <a:pt x="20041" y="11594"/>
                  <a:pt x="20543" y="11266"/>
                  <a:pt x="20871" y="10910"/>
                </a:cubicBezTo>
                <a:cubicBezTo>
                  <a:pt x="21286" y="10459"/>
                  <a:pt x="21353" y="9980"/>
                  <a:pt x="21401" y="9507"/>
                </a:cubicBezTo>
                <a:cubicBezTo>
                  <a:pt x="21510" y="8453"/>
                  <a:pt x="21539" y="7399"/>
                  <a:pt x="21516" y="6345"/>
                </a:cubicBezTo>
                <a:cubicBezTo>
                  <a:pt x="21512" y="6160"/>
                  <a:pt x="21294" y="5993"/>
                  <a:pt x="20928" y="5872"/>
                </a:cubicBezTo>
                <a:cubicBezTo>
                  <a:pt x="20562" y="5750"/>
                  <a:pt x="20051" y="5674"/>
                  <a:pt x="19492" y="5674"/>
                </a:cubicBezTo>
                <a:lnTo>
                  <a:pt x="19272" y="5674"/>
                </a:lnTo>
                <a:cubicBezTo>
                  <a:pt x="18712" y="5671"/>
                  <a:pt x="18203" y="5747"/>
                  <a:pt x="17844" y="5872"/>
                </a:cubicBezTo>
                <a:cubicBezTo>
                  <a:pt x="17633" y="5945"/>
                  <a:pt x="17486" y="6033"/>
                  <a:pt x="17395" y="6131"/>
                </a:cubicBezTo>
                <a:lnTo>
                  <a:pt x="16628" y="6085"/>
                </a:lnTo>
                <a:lnTo>
                  <a:pt x="16628" y="5826"/>
                </a:lnTo>
                <a:cubicBezTo>
                  <a:pt x="16628" y="5640"/>
                  <a:pt x="16399" y="5471"/>
                  <a:pt x="16033" y="5350"/>
                </a:cubicBezTo>
                <a:cubicBezTo>
                  <a:pt x="15667" y="5229"/>
                  <a:pt x="15164" y="5155"/>
                  <a:pt x="14605" y="5155"/>
                </a:cubicBezTo>
                <a:lnTo>
                  <a:pt x="14385" y="5155"/>
                </a:lnTo>
                <a:cubicBezTo>
                  <a:pt x="13826" y="5156"/>
                  <a:pt x="13324" y="5229"/>
                  <a:pt x="12957" y="5350"/>
                </a:cubicBezTo>
                <a:cubicBezTo>
                  <a:pt x="12542" y="5487"/>
                  <a:pt x="12306" y="5683"/>
                  <a:pt x="12361" y="5890"/>
                </a:cubicBezTo>
                <a:lnTo>
                  <a:pt x="11594" y="5858"/>
                </a:lnTo>
                <a:lnTo>
                  <a:pt x="12435" y="747"/>
                </a:lnTo>
                <a:cubicBezTo>
                  <a:pt x="12493" y="563"/>
                  <a:pt x="12321" y="388"/>
                  <a:pt x="11994" y="255"/>
                </a:cubicBezTo>
                <a:cubicBezTo>
                  <a:pt x="11668" y="121"/>
                  <a:pt x="11187" y="28"/>
                  <a:pt x="10632" y="9"/>
                </a:cubicBezTo>
                <a:lnTo>
                  <a:pt x="10411" y="3"/>
                </a:lnTo>
                <a:close/>
              </a:path>
            </a:pathLst>
          </a:custGeom>
          <a:solidFill>
            <a:srgbClr val="00E6DC"/>
          </a:solidFill>
          <a:ln w="12700" cap="flat">
            <a:noFill/>
            <a:miter lim="400000"/>
          </a:ln>
          <a:effectLst/>
        </p:spPr>
        <p:txBody>
          <a:bodyPr wrap="square" lIns="26789" tIns="26789" rIns="26789" bIns="26789" numCol="1" anchor="ctr">
            <a:noAutofit/>
          </a:bodyPr>
          <a:lstStyle/>
          <a:p>
            <a:endParaRPr sz="2532">
              <a:latin typeface="Lato Light" panose="020F0502020204030203" pitchFamily="34" charset="0"/>
            </a:endParaRPr>
          </a:p>
        </p:txBody>
      </p:sp>
      <p:sp>
        <p:nvSpPr>
          <p:cNvPr id="13" name="Shape 46486">
            <a:extLst>
              <a:ext uri="{FF2B5EF4-FFF2-40B4-BE49-F238E27FC236}">
                <a16:creationId xmlns:a16="http://schemas.microsoft.com/office/drawing/2014/main" id="{4233C945-CBCE-1EDA-231D-8788A635BCF8}"/>
              </a:ext>
            </a:extLst>
          </p:cNvPr>
          <p:cNvSpPr/>
          <p:nvPr userDrawn="1"/>
        </p:nvSpPr>
        <p:spPr>
          <a:xfrm>
            <a:off x="8063488" y="1651541"/>
            <a:ext cx="393523" cy="11887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2" h="21584" extrusionOk="0">
                <a:moveTo>
                  <a:pt x="10379" y="3"/>
                </a:moveTo>
                <a:cubicBezTo>
                  <a:pt x="9825" y="-16"/>
                  <a:pt x="9301" y="42"/>
                  <a:pt x="8899" y="149"/>
                </a:cubicBezTo>
                <a:cubicBezTo>
                  <a:pt x="8497" y="257"/>
                  <a:pt x="8217" y="414"/>
                  <a:pt x="8158" y="598"/>
                </a:cubicBezTo>
                <a:lnTo>
                  <a:pt x="7353" y="5674"/>
                </a:lnTo>
                <a:lnTo>
                  <a:pt x="6548" y="5642"/>
                </a:lnTo>
                <a:lnTo>
                  <a:pt x="4742" y="1849"/>
                </a:lnTo>
                <a:cubicBezTo>
                  <a:pt x="4684" y="1665"/>
                  <a:pt x="4411" y="1506"/>
                  <a:pt x="4010" y="1398"/>
                </a:cubicBezTo>
                <a:cubicBezTo>
                  <a:pt x="3609" y="1290"/>
                  <a:pt x="3084" y="1233"/>
                  <a:pt x="2530" y="1252"/>
                </a:cubicBezTo>
                <a:lnTo>
                  <a:pt x="2310" y="1260"/>
                </a:lnTo>
                <a:cubicBezTo>
                  <a:pt x="1756" y="1280"/>
                  <a:pt x="1277" y="1373"/>
                  <a:pt x="952" y="1506"/>
                </a:cubicBezTo>
                <a:cubicBezTo>
                  <a:pt x="627" y="1639"/>
                  <a:pt x="455" y="1811"/>
                  <a:pt x="513" y="1995"/>
                </a:cubicBezTo>
                <a:lnTo>
                  <a:pt x="2823" y="7412"/>
                </a:lnTo>
                <a:cubicBezTo>
                  <a:pt x="1716" y="7352"/>
                  <a:pt x="629" y="7551"/>
                  <a:pt x="187" y="7893"/>
                </a:cubicBezTo>
                <a:cubicBezTo>
                  <a:pt x="-17" y="8052"/>
                  <a:pt x="-61" y="8233"/>
                  <a:pt x="90" y="8407"/>
                </a:cubicBezTo>
                <a:cubicBezTo>
                  <a:pt x="749" y="9197"/>
                  <a:pt x="1568" y="9973"/>
                  <a:pt x="2530" y="10729"/>
                </a:cubicBezTo>
                <a:cubicBezTo>
                  <a:pt x="3056" y="11142"/>
                  <a:pt x="3627" y="11550"/>
                  <a:pt x="4401" y="11918"/>
                </a:cubicBezTo>
                <a:cubicBezTo>
                  <a:pt x="4783" y="12100"/>
                  <a:pt x="5214" y="12271"/>
                  <a:pt x="5533" y="12466"/>
                </a:cubicBezTo>
                <a:cubicBezTo>
                  <a:pt x="5966" y="12731"/>
                  <a:pt x="6178" y="13030"/>
                  <a:pt x="6147" y="13331"/>
                </a:cubicBezTo>
                <a:lnTo>
                  <a:pt x="5222" y="21584"/>
                </a:lnTo>
                <a:lnTo>
                  <a:pt x="18342" y="21584"/>
                </a:lnTo>
                <a:lnTo>
                  <a:pt x="17691" y="13333"/>
                </a:lnTo>
                <a:cubicBezTo>
                  <a:pt x="17751" y="13178"/>
                  <a:pt x="17865" y="13026"/>
                  <a:pt x="18033" y="12880"/>
                </a:cubicBezTo>
                <a:cubicBezTo>
                  <a:pt x="18165" y="12765"/>
                  <a:pt x="18329" y="12655"/>
                  <a:pt x="18496" y="12546"/>
                </a:cubicBezTo>
                <a:cubicBezTo>
                  <a:pt x="19413" y="11948"/>
                  <a:pt x="20442" y="11366"/>
                  <a:pt x="20945" y="10696"/>
                </a:cubicBezTo>
                <a:cubicBezTo>
                  <a:pt x="21238" y="10306"/>
                  <a:pt x="21322" y="9898"/>
                  <a:pt x="21376" y="9494"/>
                </a:cubicBezTo>
                <a:cubicBezTo>
                  <a:pt x="21514" y="8444"/>
                  <a:pt x="21539" y="7395"/>
                  <a:pt x="21449" y="6345"/>
                </a:cubicBezTo>
                <a:cubicBezTo>
                  <a:pt x="21449" y="6159"/>
                  <a:pt x="21228" y="5993"/>
                  <a:pt x="20863" y="5872"/>
                </a:cubicBezTo>
                <a:cubicBezTo>
                  <a:pt x="20498" y="5750"/>
                  <a:pt x="19989" y="5674"/>
                  <a:pt x="19432" y="5674"/>
                </a:cubicBezTo>
                <a:lnTo>
                  <a:pt x="19212" y="5674"/>
                </a:lnTo>
                <a:cubicBezTo>
                  <a:pt x="18933" y="5673"/>
                  <a:pt x="18665" y="5691"/>
                  <a:pt x="18423" y="5726"/>
                </a:cubicBezTo>
                <a:cubicBezTo>
                  <a:pt x="18184" y="5759"/>
                  <a:pt x="17968" y="5809"/>
                  <a:pt x="17789" y="5872"/>
                </a:cubicBezTo>
                <a:cubicBezTo>
                  <a:pt x="17563" y="5950"/>
                  <a:pt x="17404" y="6047"/>
                  <a:pt x="17325" y="6153"/>
                </a:cubicBezTo>
                <a:lnTo>
                  <a:pt x="16593" y="6123"/>
                </a:lnTo>
                <a:lnTo>
                  <a:pt x="18879" y="1787"/>
                </a:lnTo>
                <a:cubicBezTo>
                  <a:pt x="18975" y="1605"/>
                  <a:pt x="18841" y="1428"/>
                  <a:pt x="18545" y="1287"/>
                </a:cubicBezTo>
                <a:cubicBezTo>
                  <a:pt x="18250" y="1147"/>
                  <a:pt x="17792" y="1044"/>
                  <a:pt x="17244" y="1012"/>
                </a:cubicBezTo>
                <a:lnTo>
                  <a:pt x="17032" y="998"/>
                </a:lnTo>
                <a:cubicBezTo>
                  <a:pt x="16484" y="966"/>
                  <a:pt x="15944" y="1010"/>
                  <a:pt x="15520" y="1109"/>
                </a:cubicBezTo>
                <a:cubicBezTo>
                  <a:pt x="15095" y="1208"/>
                  <a:pt x="14787" y="1362"/>
                  <a:pt x="14690" y="1544"/>
                </a:cubicBezTo>
                <a:lnTo>
                  <a:pt x="12396" y="5915"/>
                </a:lnTo>
                <a:lnTo>
                  <a:pt x="11558" y="5880"/>
                </a:lnTo>
                <a:lnTo>
                  <a:pt x="12396" y="747"/>
                </a:lnTo>
                <a:cubicBezTo>
                  <a:pt x="12454" y="563"/>
                  <a:pt x="12282" y="388"/>
                  <a:pt x="11957" y="255"/>
                </a:cubicBezTo>
                <a:cubicBezTo>
                  <a:pt x="11631" y="121"/>
                  <a:pt x="11153" y="28"/>
                  <a:pt x="10599" y="9"/>
                </a:cubicBezTo>
                <a:lnTo>
                  <a:pt x="10379" y="3"/>
                </a:lnTo>
                <a:close/>
              </a:path>
            </a:pathLst>
          </a:custGeom>
          <a:solidFill>
            <a:srgbClr val="00E6DC"/>
          </a:solidFill>
          <a:ln w="12700" cap="flat">
            <a:noFill/>
            <a:miter lim="400000"/>
          </a:ln>
          <a:effectLst/>
        </p:spPr>
        <p:txBody>
          <a:bodyPr wrap="square" lIns="26789" tIns="26789" rIns="26789" bIns="26789" numCol="1" anchor="ctr">
            <a:noAutofit/>
          </a:bodyPr>
          <a:lstStyle/>
          <a:p>
            <a:endParaRPr sz="2532">
              <a:latin typeface="Lato Light" panose="020F0502020204030203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2B86E69-9E03-5A11-7D57-9D2660FCDD19}"/>
              </a:ext>
            </a:extLst>
          </p:cNvPr>
          <p:cNvSpPr txBox="1"/>
          <p:nvPr userDrawn="1"/>
        </p:nvSpPr>
        <p:spPr>
          <a:xfrm>
            <a:off x="7409463" y="3987182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dirty="0">
                <a:solidFill>
                  <a:srgbClr val="00E6DC"/>
                </a:solidFill>
              </a:rPr>
              <a:t>PROS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52758DF-F069-67F4-9ABC-1A97A2B2615B}"/>
              </a:ext>
            </a:extLst>
          </p:cNvPr>
          <p:cNvSpPr txBox="1"/>
          <p:nvPr userDrawn="1"/>
        </p:nvSpPr>
        <p:spPr>
          <a:xfrm>
            <a:off x="9891394" y="3987182"/>
            <a:ext cx="66684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dirty="0">
                <a:solidFill>
                  <a:srgbClr val="00E6DC"/>
                </a:solidFill>
              </a:rPr>
              <a:t>CONS</a:t>
            </a:r>
          </a:p>
        </p:txBody>
      </p: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7B1BE738-40B0-E6DE-378A-F50F75E6F595}"/>
              </a:ext>
            </a:extLst>
          </p:cNvPr>
          <p:cNvCxnSpPr/>
          <p:nvPr userDrawn="1"/>
        </p:nvCxnSpPr>
        <p:spPr>
          <a:xfrm>
            <a:off x="9111953" y="4102253"/>
            <a:ext cx="0" cy="1834090"/>
          </a:xfrm>
          <a:prstGeom prst="line">
            <a:avLst/>
          </a:prstGeom>
          <a:ln w="95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Inhaltsplatzhalter 10">
            <a:extLst>
              <a:ext uri="{FF2B5EF4-FFF2-40B4-BE49-F238E27FC236}">
                <a16:creationId xmlns:a16="http://schemas.microsoft.com/office/drawing/2014/main" id="{1112BB92-9730-586F-7CAF-AF1167B10BB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28688" y="1392238"/>
            <a:ext cx="3148012" cy="144621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8" name="Inhaltsplatzhalter 10">
            <a:extLst>
              <a:ext uri="{FF2B5EF4-FFF2-40B4-BE49-F238E27FC236}">
                <a16:creationId xmlns:a16="http://schemas.microsoft.com/office/drawing/2014/main" id="{D68ABD2F-ACDC-B8B8-5E0E-50BFBE0BF7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4469" y="1392238"/>
            <a:ext cx="3148012" cy="144621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9" name="Inhaltsplatzhalter 10">
            <a:extLst>
              <a:ext uri="{FF2B5EF4-FFF2-40B4-BE49-F238E27FC236}">
                <a16:creationId xmlns:a16="http://schemas.microsoft.com/office/drawing/2014/main" id="{036210E5-27E0-F9A1-7374-ED0041C859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80250" y="1392238"/>
            <a:ext cx="3148012" cy="144621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0" name="Inhaltsplatzhalter 25">
            <a:extLst>
              <a:ext uri="{FF2B5EF4-FFF2-40B4-BE49-F238E27FC236}">
                <a16:creationId xmlns:a16="http://schemas.microsoft.com/office/drawing/2014/main" id="{4E2F4256-B6CA-6BC4-0399-2AE6C03E69E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5013" y="3987800"/>
            <a:ext cx="4932362" cy="1765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1" name="Inhaltsplatzhalter 28">
            <a:extLst>
              <a:ext uri="{FF2B5EF4-FFF2-40B4-BE49-F238E27FC236}">
                <a16:creationId xmlns:a16="http://schemas.microsoft.com/office/drawing/2014/main" id="{71205912-D20A-97A5-BFBF-D21120DD085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629400" y="4264025"/>
            <a:ext cx="2324100" cy="148907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D72CFBE8-88D3-B10B-FFBC-65FAF6425A1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269186" y="4264025"/>
            <a:ext cx="2324100" cy="148907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9770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F2C3E14-9CE4-417B-D6FB-226DEB9E21E7}"/>
              </a:ext>
            </a:extLst>
          </p:cNvPr>
          <p:cNvSpPr/>
          <p:nvPr userDrawn="1"/>
        </p:nvSpPr>
        <p:spPr>
          <a:xfrm>
            <a:off x="0" y="1391479"/>
            <a:ext cx="12192000" cy="1446577"/>
          </a:xfrm>
          <a:prstGeom prst="rect">
            <a:avLst/>
          </a:prstGeom>
          <a:solidFill>
            <a:schemeClr val="bg1">
              <a:lumMod val="75000"/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4" name="Shape 46482">
            <a:extLst>
              <a:ext uri="{FF2B5EF4-FFF2-40B4-BE49-F238E27FC236}">
                <a16:creationId xmlns:a16="http://schemas.microsoft.com/office/drawing/2014/main" id="{F631EDB8-1C82-DE52-57FC-0C54B312CB78}"/>
              </a:ext>
            </a:extLst>
          </p:cNvPr>
          <p:cNvSpPr/>
          <p:nvPr userDrawn="1"/>
        </p:nvSpPr>
        <p:spPr>
          <a:xfrm>
            <a:off x="204469" y="1649337"/>
            <a:ext cx="413385" cy="11887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9" h="21600" extrusionOk="0">
                <a:moveTo>
                  <a:pt x="4374" y="0"/>
                </a:moveTo>
                <a:cubicBezTo>
                  <a:pt x="3813" y="0"/>
                  <a:pt x="3308" y="81"/>
                  <a:pt x="2940" y="210"/>
                </a:cubicBezTo>
                <a:cubicBezTo>
                  <a:pt x="2573" y="338"/>
                  <a:pt x="2342" y="515"/>
                  <a:pt x="2342" y="712"/>
                </a:cubicBezTo>
                <a:lnTo>
                  <a:pt x="2342" y="4349"/>
                </a:lnTo>
                <a:lnTo>
                  <a:pt x="2342" y="4805"/>
                </a:lnTo>
                <a:lnTo>
                  <a:pt x="2342" y="6642"/>
                </a:lnTo>
                <a:cubicBezTo>
                  <a:pt x="2216" y="6639"/>
                  <a:pt x="2090" y="6640"/>
                  <a:pt x="1965" y="6645"/>
                </a:cubicBezTo>
                <a:cubicBezTo>
                  <a:pt x="1216" y="6673"/>
                  <a:pt x="548" y="6826"/>
                  <a:pt x="212" y="7061"/>
                </a:cubicBezTo>
                <a:cubicBezTo>
                  <a:pt x="-22" y="7225"/>
                  <a:pt x="-74" y="7421"/>
                  <a:pt x="114" y="7607"/>
                </a:cubicBezTo>
                <a:cubicBezTo>
                  <a:pt x="628" y="8461"/>
                  <a:pt x="1448" y="9291"/>
                  <a:pt x="2563" y="10072"/>
                </a:cubicBezTo>
                <a:cubicBezTo>
                  <a:pt x="3170" y="10498"/>
                  <a:pt x="3866" y="10907"/>
                  <a:pt x="4456" y="11335"/>
                </a:cubicBezTo>
                <a:cubicBezTo>
                  <a:pt x="4970" y="11709"/>
                  <a:pt x="5440" y="12112"/>
                  <a:pt x="5811" y="12517"/>
                </a:cubicBezTo>
                <a:lnTo>
                  <a:pt x="5136" y="21600"/>
                </a:lnTo>
                <a:lnTo>
                  <a:pt x="18342" y="21600"/>
                </a:lnTo>
                <a:lnTo>
                  <a:pt x="17644" y="12280"/>
                </a:lnTo>
                <a:cubicBezTo>
                  <a:pt x="17875" y="12024"/>
                  <a:pt x="18142" y="11774"/>
                  <a:pt x="18424" y="11525"/>
                </a:cubicBezTo>
                <a:cubicBezTo>
                  <a:pt x="19452" y="10614"/>
                  <a:pt x="20903" y="9745"/>
                  <a:pt x="21300" y="8772"/>
                </a:cubicBezTo>
                <a:cubicBezTo>
                  <a:pt x="21526" y="8217"/>
                  <a:pt x="21419" y="7653"/>
                  <a:pt x="21374" y="7093"/>
                </a:cubicBezTo>
                <a:cubicBezTo>
                  <a:pt x="21323" y="6473"/>
                  <a:pt x="21360" y="5853"/>
                  <a:pt x="21365" y="5233"/>
                </a:cubicBezTo>
                <a:cubicBezTo>
                  <a:pt x="21367" y="5036"/>
                  <a:pt x="21143" y="4859"/>
                  <a:pt x="20775" y="4730"/>
                </a:cubicBezTo>
                <a:cubicBezTo>
                  <a:pt x="20408" y="4602"/>
                  <a:pt x="19894" y="4521"/>
                  <a:pt x="19334" y="4521"/>
                </a:cubicBezTo>
                <a:lnTo>
                  <a:pt x="19112" y="4521"/>
                </a:lnTo>
                <a:cubicBezTo>
                  <a:pt x="18551" y="4521"/>
                  <a:pt x="18046" y="4602"/>
                  <a:pt x="17679" y="4730"/>
                </a:cubicBezTo>
                <a:cubicBezTo>
                  <a:pt x="17332" y="4852"/>
                  <a:pt x="17121" y="5018"/>
                  <a:pt x="17097" y="5201"/>
                </a:cubicBezTo>
                <a:lnTo>
                  <a:pt x="16458" y="5164"/>
                </a:lnTo>
                <a:lnTo>
                  <a:pt x="16458" y="4865"/>
                </a:lnTo>
                <a:cubicBezTo>
                  <a:pt x="16458" y="4669"/>
                  <a:pt x="16228" y="4489"/>
                  <a:pt x="15860" y="4360"/>
                </a:cubicBezTo>
                <a:cubicBezTo>
                  <a:pt x="15492" y="4231"/>
                  <a:pt x="14987" y="4154"/>
                  <a:pt x="14426" y="4154"/>
                </a:cubicBezTo>
                <a:lnTo>
                  <a:pt x="14197" y="4154"/>
                </a:lnTo>
                <a:cubicBezTo>
                  <a:pt x="13636" y="4154"/>
                  <a:pt x="13129" y="4231"/>
                  <a:pt x="12763" y="4360"/>
                </a:cubicBezTo>
                <a:cubicBezTo>
                  <a:pt x="12397" y="4489"/>
                  <a:pt x="12173" y="4669"/>
                  <a:pt x="12173" y="4865"/>
                </a:cubicBezTo>
                <a:lnTo>
                  <a:pt x="12173" y="4914"/>
                </a:lnTo>
                <a:lnTo>
                  <a:pt x="11542" y="4880"/>
                </a:lnTo>
                <a:lnTo>
                  <a:pt x="11542" y="4400"/>
                </a:lnTo>
                <a:cubicBezTo>
                  <a:pt x="11542" y="4204"/>
                  <a:pt x="11312" y="4024"/>
                  <a:pt x="10944" y="3895"/>
                </a:cubicBezTo>
                <a:cubicBezTo>
                  <a:pt x="10577" y="3766"/>
                  <a:pt x="10072" y="3689"/>
                  <a:pt x="9511" y="3689"/>
                </a:cubicBezTo>
                <a:lnTo>
                  <a:pt x="9289" y="3689"/>
                </a:lnTo>
                <a:cubicBezTo>
                  <a:pt x="8728" y="3689"/>
                  <a:pt x="8223" y="3766"/>
                  <a:pt x="7856" y="3895"/>
                </a:cubicBezTo>
                <a:cubicBezTo>
                  <a:pt x="7488" y="4024"/>
                  <a:pt x="7258" y="4204"/>
                  <a:pt x="7258" y="4400"/>
                </a:cubicBezTo>
                <a:lnTo>
                  <a:pt x="7258" y="4630"/>
                </a:lnTo>
                <a:lnTo>
                  <a:pt x="6627" y="4593"/>
                </a:lnTo>
                <a:lnTo>
                  <a:pt x="6627" y="712"/>
                </a:lnTo>
                <a:cubicBezTo>
                  <a:pt x="6627" y="515"/>
                  <a:pt x="6405" y="338"/>
                  <a:pt x="6037" y="210"/>
                </a:cubicBezTo>
                <a:cubicBezTo>
                  <a:pt x="5669" y="81"/>
                  <a:pt x="5156" y="0"/>
                  <a:pt x="4595" y="0"/>
                </a:cubicBezTo>
                <a:lnTo>
                  <a:pt x="4374" y="0"/>
                </a:lnTo>
                <a:close/>
              </a:path>
            </a:pathLst>
          </a:custGeom>
          <a:solidFill>
            <a:srgbClr val="009999"/>
          </a:solidFill>
          <a:ln w="12700" cap="flat">
            <a:noFill/>
            <a:miter lim="400000"/>
          </a:ln>
          <a:effectLst/>
        </p:spPr>
        <p:txBody>
          <a:bodyPr wrap="square" lIns="26789" tIns="26789" rIns="26789" bIns="26789" numCol="1" anchor="ctr">
            <a:noAutofit/>
          </a:bodyPr>
          <a:lstStyle/>
          <a:p>
            <a:endParaRPr sz="2532">
              <a:latin typeface="Lato Light" panose="020F0502020204030203" pitchFamily="34" charset="0"/>
            </a:endParaRPr>
          </a:p>
        </p:txBody>
      </p:sp>
      <p:sp>
        <p:nvSpPr>
          <p:cNvPr id="5" name="Shape 46483">
            <a:extLst>
              <a:ext uri="{FF2B5EF4-FFF2-40B4-BE49-F238E27FC236}">
                <a16:creationId xmlns:a16="http://schemas.microsoft.com/office/drawing/2014/main" id="{6E59D4FD-A9D7-F8D2-2C55-E47899D705F2}"/>
              </a:ext>
            </a:extLst>
          </p:cNvPr>
          <p:cNvSpPr/>
          <p:nvPr userDrawn="1"/>
        </p:nvSpPr>
        <p:spPr>
          <a:xfrm>
            <a:off x="4168292" y="1649337"/>
            <a:ext cx="392689" cy="11887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3" h="21584" extrusionOk="0">
                <a:moveTo>
                  <a:pt x="10411" y="3"/>
                </a:moveTo>
                <a:cubicBezTo>
                  <a:pt x="9856" y="-16"/>
                  <a:pt x="9330" y="39"/>
                  <a:pt x="8926" y="147"/>
                </a:cubicBezTo>
                <a:cubicBezTo>
                  <a:pt x="8523" y="254"/>
                  <a:pt x="8242" y="414"/>
                  <a:pt x="8184" y="598"/>
                </a:cubicBezTo>
                <a:lnTo>
                  <a:pt x="7376" y="5631"/>
                </a:lnTo>
                <a:lnTo>
                  <a:pt x="6568" y="5599"/>
                </a:lnTo>
                <a:lnTo>
                  <a:pt x="4757" y="1849"/>
                </a:lnTo>
                <a:cubicBezTo>
                  <a:pt x="4699" y="1665"/>
                  <a:pt x="4425" y="1506"/>
                  <a:pt x="4023" y="1398"/>
                </a:cubicBezTo>
                <a:cubicBezTo>
                  <a:pt x="3621" y="1290"/>
                  <a:pt x="3094" y="1233"/>
                  <a:pt x="2538" y="1252"/>
                </a:cubicBezTo>
                <a:lnTo>
                  <a:pt x="2318" y="1260"/>
                </a:lnTo>
                <a:cubicBezTo>
                  <a:pt x="1762" y="1280"/>
                  <a:pt x="1281" y="1373"/>
                  <a:pt x="955" y="1506"/>
                </a:cubicBezTo>
                <a:cubicBezTo>
                  <a:pt x="629" y="1639"/>
                  <a:pt x="456" y="1811"/>
                  <a:pt x="515" y="1995"/>
                </a:cubicBezTo>
                <a:lnTo>
                  <a:pt x="2832" y="7412"/>
                </a:lnTo>
                <a:cubicBezTo>
                  <a:pt x="1722" y="7352"/>
                  <a:pt x="631" y="7551"/>
                  <a:pt x="188" y="7893"/>
                </a:cubicBezTo>
                <a:cubicBezTo>
                  <a:pt x="-17" y="8052"/>
                  <a:pt x="-61" y="8233"/>
                  <a:pt x="90" y="8407"/>
                </a:cubicBezTo>
                <a:cubicBezTo>
                  <a:pt x="754" y="9197"/>
                  <a:pt x="1577" y="9972"/>
                  <a:pt x="2538" y="10729"/>
                </a:cubicBezTo>
                <a:cubicBezTo>
                  <a:pt x="3071" y="11149"/>
                  <a:pt x="3655" y="11561"/>
                  <a:pt x="4252" y="11972"/>
                </a:cubicBezTo>
                <a:cubicBezTo>
                  <a:pt x="4762" y="12323"/>
                  <a:pt x="5338" y="12691"/>
                  <a:pt x="5912" y="13045"/>
                </a:cubicBezTo>
                <a:lnTo>
                  <a:pt x="5239" y="21584"/>
                </a:lnTo>
                <a:lnTo>
                  <a:pt x="18399" y="21584"/>
                </a:lnTo>
                <a:lnTo>
                  <a:pt x="17723" y="13048"/>
                </a:lnTo>
                <a:cubicBezTo>
                  <a:pt x="18349" y="12671"/>
                  <a:pt x="18949" y="12295"/>
                  <a:pt x="19539" y="11916"/>
                </a:cubicBezTo>
                <a:cubicBezTo>
                  <a:pt x="20041" y="11594"/>
                  <a:pt x="20543" y="11266"/>
                  <a:pt x="20871" y="10910"/>
                </a:cubicBezTo>
                <a:cubicBezTo>
                  <a:pt x="21286" y="10459"/>
                  <a:pt x="21353" y="9980"/>
                  <a:pt x="21401" y="9507"/>
                </a:cubicBezTo>
                <a:cubicBezTo>
                  <a:pt x="21510" y="8453"/>
                  <a:pt x="21539" y="7399"/>
                  <a:pt x="21516" y="6345"/>
                </a:cubicBezTo>
                <a:cubicBezTo>
                  <a:pt x="21512" y="6160"/>
                  <a:pt x="21294" y="5993"/>
                  <a:pt x="20928" y="5872"/>
                </a:cubicBezTo>
                <a:cubicBezTo>
                  <a:pt x="20562" y="5750"/>
                  <a:pt x="20051" y="5674"/>
                  <a:pt x="19492" y="5674"/>
                </a:cubicBezTo>
                <a:lnTo>
                  <a:pt x="19272" y="5674"/>
                </a:lnTo>
                <a:cubicBezTo>
                  <a:pt x="18712" y="5671"/>
                  <a:pt x="18203" y="5747"/>
                  <a:pt x="17844" y="5872"/>
                </a:cubicBezTo>
                <a:cubicBezTo>
                  <a:pt x="17633" y="5945"/>
                  <a:pt x="17486" y="6033"/>
                  <a:pt x="17395" y="6131"/>
                </a:cubicBezTo>
                <a:lnTo>
                  <a:pt x="16628" y="6085"/>
                </a:lnTo>
                <a:lnTo>
                  <a:pt x="16628" y="5826"/>
                </a:lnTo>
                <a:cubicBezTo>
                  <a:pt x="16628" y="5640"/>
                  <a:pt x="16399" y="5471"/>
                  <a:pt x="16033" y="5350"/>
                </a:cubicBezTo>
                <a:cubicBezTo>
                  <a:pt x="15667" y="5229"/>
                  <a:pt x="15164" y="5155"/>
                  <a:pt x="14605" y="5155"/>
                </a:cubicBezTo>
                <a:lnTo>
                  <a:pt x="14385" y="5155"/>
                </a:lnTo>
                <a:cubicBezTo>
                  <a:pt x="13826" y="5156"/>
                  <a:pt x="13324" y="5229"/>
                  <a:pt x="12957" y="5350"/>
                </a:cubicBezTo>
                <a:cubicBezTo>
                  <a:pt x="12542" y="5487"/>
                  <a:pt x="12306" y="5683"/>
                  <a:pt x="12361" y="5890"/>
                </a:cubicBezTo>
                <a:lnTo>
                  <a:pt x="11594" y="5858"/>
                </a:lnTo>
                <a:lnTo>
                  <a:pt x="12435" y="747"/>
                </a:lnTo>
                <a:cubicBezTo>
                  <a:pt x="12493" y="563"/>
                  <a:pt x="12321" y="388"/>
                  <a:pt x="11994" y="255"/>
                </a:cubicBezTo>
                <a:cubicBezTo>
                  <a:pt x="11668" y="121"/>
                  <a:pt x="11187" y="28"/>
                  <a:pt x="10632" y="9"/>
                </a:cubicBezTo>
                <a:lnTo>
                  <a:pt x="10411" y="3"/>
                </a:lnTo>
                <a:close/>
              </a:path>
            </a:pathLst>
          </a:custGeom>
          <a:solidFill>
            <a:srgbClr val="009999"/>
          </a:solidFill>
          <a:ln w="12700" cap="flat">
            <a:noFill/>
            <a:miter lim="400000"/>
          </a:ln>
          <a:effectLst/>
        </p:spPr>
        <p:txBody>
          <a:bodyPr wrap="square" lIns="26789" tIns="26789" rIns="26789" bIns="26789" numCol="1" anchor="ctr">
            <a:noAutofit/>
          </a:bodyPr>
          <a:lstStyle/>
          <a:p>
            <a:endParaRPr sz="2532">
              <a:latin typeface="Lato Light" panose="020F0502020204030203" pitchFamily="34" charset="0"/>
            </a:endParaRPr>
          </a:p>
        </p:txBody>
      </p:sp>
      <p:sp>
        <p:nvSpPr>
          <p:cNvPr id="6" name="Shape 46486">
            <a:extLst>
              <a:ext uri="{FF2B5EF4-FFF2-40B4-BE49-F238E27FC236}">
                <a16:creationId xmlns:a16="http://schemas.microsoft.com/office/drawing/2014/main" id="{8B976C18-4BD0-C905-22B9-8D8D6DD4A88B}"/>
              </a:ext>
            </a:extLst>
          </p:cNvPr>
          <p:cNvSpPr/>
          <p:nvPr userDrawn="1"/>
        </p:nvSpPr>
        <p:spPr>
          <a:xfrm>
            <a:off x="8063488" y="1651541"/>
            <a:ext cx="393523" cy="11887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2" h="21584" extrusionOk="0">
                <a:moveTo>
                  <a:pt x="10379" y="3"/>
                </a:moveTo>
                <a:cubicBezTo>
                  <a:pt x="9825" y="-16"/>
                  <a:pt x="9301" y="42"/>
                  <a:pt x="8899" y="149"/>
                </a:cubicBezTo>
                <a:cubicBezTo>
                  <a:pt x="8497" y="257"/>
                  <a:pt x="8217" y="414"/>
                  <a:pt x="8158" y="598"/>
                </a:cubicBezTo>
                <a:lnTo>
                  <a:pt x="7353" y="5674"/>
                </a:lnTo>
                <a:lnTo>
                  <a:pt x="6548" y="5642"/>
                </a:lnTo>
                <a:lnTo>
                  <a:pt x="4742" y="1849"/>
                </a:lnTo>
                <a:cubicBezTo>
                  <a:pt x="4684" y="1665"/>
                  <a:pt x="4411" y="1506"/>
                  <a:pt x="4010" y="1398"/>
                </a:cubicBezTo>
                <a:cubicBezTo>
                  <a:pt x="3609" y="1290"/>
                  <a:pt x="3084" y="1233"/>
                  <a:pt x="2530" y="1252"/>
                </a:cubicBezTo>
                <a:lnTo>
                  <a:pt x="2310" y="1260"/>
                </a:lnTo>
                <a:cubicBezTo>
                  <a:pt x="1756" y="1280"/>
                  <a:pt x="1277" y="1373"/>
                  <a:pt x="952" y="1506"/>
                </a:cubicBezTo>
                <a:cubicBezTo>
                  <a:pt x="627" y="1639"/>
                  <a:pt x="455" y="1811"/>
                  <a:pt x="513" y="1995"/>
                </a:cubicBezTo>
                <a:lnTo>
                  <a:pt x="2823" y="7412"/>
                </a:lnTo>
                <a:cubicBezTo>
                  <a:pt x="1716" y="7352"/>
                  <a:pt x="629" y="7551"/>
                  <a:pt x="187" y="7893"/>
                </a:cubicBezTo>
                <a:cubicBezTo>
                  <a:pt x="-17" y="8052"/>
                  <a:pt x="-61" y="8233"/>
                  <a:pt x="90" y="8407"/>
                </a:cubicBezTo>
                <a:cubicBezTo>
                  <a:pt x="749" y="9197"/>
                  <a:pt x="1568" y="9973"/>
                  <a:pt x="2530" y="10729"/>
                </a:cubicBezTo>
                <a:cubicBezTo>
                  <a:pt x="3056" y="11142"/>
                  <a:pt x="3627" y="11550"/>
                  <a:pt x="4401" y="11918"/>
                </a:cubicBezTo>
                <a:cubicBezTo>
                  <a:pt x="4783" y="12100"/>
                  <a:pt x="5214" y="12271"/>
                  <a:pt x="5533" y="12466"/>
                </a:cubicBezTo>
                <a:cubicBezTo>
                  <a:pt x="5966" y="12731"/>
                  <a:pt x="6178" y="13030"/>
                  <a:pt x="6147" y="13331"/>
                </a:cubicBezTo>
                <a:lnTo>
                  <a:pt x="5222" y="21584"/>
                </a:lnTo>
                <a:lnTo>
                  <a:pt x="18342" y="21584"/>
                </a:lnTo>
                <a:lnTo>
                  <a:pt x="17691" y="13333"/>
                </a:lnTo>
                <a:cubicBezTo>
                  <a:pt x="17751" y="13178"/>
                  <a:pt x="17865" y="13026"/>
                  <a:pt x="18033" y="12880"/>
                </a:cubicBezTo>
                <a:cubicBezTo>
                  <a:pt x="18165" y="12765"/>
                  <a:pt x="18329" y="12655"/>
                  <a:pt x="18496" y="12546"/>
                </a:cubicBezTo>
                <a:cubicBezTo>
                  <a:pt x="19413" y="11948"/>
                  <a:pt x="20442" y="11366"/>
                  <a:pt x="20945" y="10696"/>
                </a:cubicBezTo>
                <a:cubicBezTo>
                  <a:pt x="21238" y="10306"/>
                  <a:pt x="21322" y="9898"/>
                  <a:pt x="21376" y="9494"/>
                </a:cubicBezTo>
                <a:cubicBezTo>
                  <a:pt x="21514" y="8444"/>
                  <a:pt x="21539" y="7395"/>
                  <a:pt x="21449" y="6345"/>
                </a:cubicBezTo>
                <a:cubicBezTo>
                  <a:pt x="21449" y="6159"/>
                  <a:pt x="21228" y="5993"/>
                  <a:pt x="20863" y="5872"/>
                </a:cubicBezTo>
                <a:cubicBezTo>
                  <a:pt x="20498" y="5750"/>
                  <a:pt x="19989" y="5674"/>
                  <a:pt x="19432" y="5674"/>
                </a:cubicBezTo>
                <a:lnTo>
                  <a:pt x="19212" y="5674"/>
                </a:lnTo>
                <a:cubicBezTo>
                  <a:pt x="18933" y="5673"/>
                  <a:pt x="18665" y="5691"/>
                  <a:pt x="18423" y="5726"/>
                </a:cubicBezTo>
                <a:cubicBezTo>
                  <a:pt x="18184" y="5759"/>
                  <a:pt x="17968" y="5809"/>
                  <a:pt x="17789" y="5872"/>
                </a:cubicBezTo>
                <a:cubicBezTo>
                  <a:pt x="17563" y="5950"/>
                  <a:pt x="17404" y="6047"/>
                  <a:pt x="17325" y="6153"/>
                </a:cubicBezTo>
                <a:lnTo>
                  <a:pt x="16593" y="6123"/>
                </a:lnTo>
                <a:lnTo>
                  <a:pt x="18879" y="1787"/>
                </a:lnTo>
                <a:cubicBezTo>
                  <a:pt x="18975" y="1605"/>
                  <a:pt x="18841" y="1428"/>
                  <a:pt x="18545" y="1287"/>
                </a:cubicBezTo>
                <a:cubicBezTo>
                  <a:pt x="18250" y="1147"/>
                  <a:pt x="17792" y="1044"/>
                  <a:pt x="17244" y="1012"/>
                </a:cubicBezTo>
                <a:lnTo>
                  <a:pt x="17032" y="998"/>
                </a:lnTo>
                <a:cubicBezTo>
                  <a:pt x="16484" y="966"/>
                  <a:pt x="15944" y="1010"/>
                  <a:pt x="15520" y="1109"/>
                </a:cubicBezTo>
                <a:cubicBezTo>
                  <a:pt x="15095" y="1208"/>
                  <a:pt x="14787" y="1362"/>
                  <a:pt x="14690" y="1544"/>
                </a:cubicBezTo>
                <a:lnTo>
                  <a:pt x="12396" y="5915"/>
                </a:lnTo>
                <a:lnTo>
                  <a:pt x="11558" y="5880"/>
                </a:lnTo>
                <a:lnTo>
                  <a:pt x="12396" y="747"/>
                </a:lnTo>
                <a:cubicBezTo>
                  <a:pt x="12454" y="563"/>
                  <a:pt x="12282" y="388"/>
                  <a:pt x="11957" y="255"/>
                </a:cubicBezTo>
                <a:cubicBezTo>
                  <a:pt x="11631" y="121"/>
                  <a:pt x="11153" y="28"/>
                  <a:pt x="10599" y="9"/>
                </a:cubicBezTo>
                <a:lnTo>
                  <a:pt x="10379" y="3"/>
                </a:lnTo>
                <a:close/>
              </a:path>
            </a:pathLst>
          </a:custGeom>
          <a:solidFill>
            <a:srgbClr val="009999"/>
          </a:solidFill>
          <a:ln w="12700" cap="flat">
            <a:noFill/>
            <a:miter lim="400000"/>
          </a:ln>
          <a:effectLst/>
        </p:spPr>
        <p:txBody>
          <a:bodyPr wrap="square" lIns="26789" tIns="26789" rIns="26789" bIns="26789" numCol="1" anchor="ctr">
            <a:noAutofit/>
          </a:bodyPr>
          <a:lstStyle/>
          <a:p>
            <a:endParaRPr sz="2532">
              <a:latin typeface="Lato Light" panose="020F0502020204030203" pitchFamily="34" charset="0"/>
            </a:endParaRPr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AC585211-529C-F700-1BB4-6D688B808CA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28688" y="1392238"/>
            <a:ext cx="3148012" cy="1446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779362DD-CBBF-3339-7226-C276682D55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4469" y="1392238"/>
            <a:ext cx="3148012" cy="1446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4DFD2104-E7A3-BF59-B79B-E21180D700E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80250" y="1392238"/>
            <a:ext cx="3148012" cy="1446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721B3662-5FC5-92C4-D49D-24FF413A1D5F}"/>
              </a:ext>
            </a:extLst>
          </p:cNvPr>
          <p:cNvSpPr/>
          <p:nvPr userDrawn="1"/>
        </p:nvSpPr>
        <p:spPr>
          <a:xfrm>
            <a:off x="410400" y="3280229"/>
            <a:ext cx="5467886" cy="2656114"/>
          </a:xfrm>
          <a:prstGeom prst="roundRect">
            <a:avLst>
              <a:gd name="adj" fmla="val 20492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9EA372C-1F86-4E4D-E093-40C62453F281}"/>
              </a:ext>
            </a:extLst>
          </p:cNvPr>
          <p:cNvSpPr txBox="1"/>
          <p:nvPr userDrawn="1"/>
        </p:nvSpPr>
        <p:spPr>
          <a:xfrm>
            <a:off x="928531" y="3507500"/>
            <a:ext cx="365484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dirty="0" err="1">
                <a:solidFill>
                  <a:srgbClr val="009999"/>
                </a:solidFill>
              </a:rPr>
              <a:t>What</a:t>
            </a:r>
            <a:r>
              <a:rPr lang="de-DE" dirty="0">
                <a:solidFill>
                  <a:srgbClr val="009999"/>
                </a:solidFill>
              </a:rPr>
              <a:t> </a:t>
            </a:r>
            <a:r>
              <a:rPr lang="de-DE" dirty="0" err="1">
                <a:solidFill>
                  <a:srgbClr val="009999"/>
                </a:solidFill>
              </a:rPr>
              <a:t>are</a:t>
            </a:r>
            <a:r>
              <a:rPr lang="de-DE" dirty="0">
                <a:solidFill>
                  <a:srgbClr val="009999"/>
                </a:solidFill>
              </a:rPr>
              <a:t> </a:t>
            </a:r>
            <a:r>
              <a:rPr lang="de-DE" dirty="0" err="1">
                <a:solidFill>
                  <a:srgbClr val="009999"/>
                </a:solidFill>
              </a:rPr>
              <a:t>key</a:t>
            </a:r>
            <a:r>
              <a:rPr lang="de-DE" dirty="0">
                <a:solidFill>
                  <a:srgbClr val="009999"/>
                </a:solidFill>
              </a:rPr>
              <a:t> </a:t>
            </a:r>
            <a:r>
              <a:rPr lang="de-DE" dirty="0" err="1">
                <a:solidFill>
                  <a:srgbClr val="009999"/>
                </a:solidFill>
              </a:rPr>
              <a:t>facts</a:t>
            </a:r>
            <a:r>
              <a:rPr lang="de-DE" dirty="0">
                <a:solidFill>
                  <a:srgbClr val="009999"/>
                </a:solidFill>
              </a:rPr>
              <a:t> on </a:t>
            </a:r>
            <a:r>
              <a:rPr lang="de-DE" dirty="0" err="1">
                <a:solidFill>
                  <a:srgbClr val="009999"/>
                </a:solidFill>
              </a:rPr>
              <a:t>the</a:t>
            </a:r>
            <a:r>
              <a:rPr lang="de-DE" dirty="0">
                <a:solidFill>
                  <a:srgbClr val="009999"/>
                </a:solidFill>
              </a:rPr>
              <a:t> </a:t>
            </a:r>
            <a:r>
              <a:rPr lang="de-DE" dirty="0" err="1">
                <a:solidFill>
                  <a:srgbClr val="009999"/>
                </a:solidFill>
              </a:rPr>
              <a:t>decision</a:t>
            </a:r>
            <a:r>
              <a:rPr lang="de-DE" dirty="0">
                <a:solidFill>
                  <a:srgbClr val="009999"/>
                </a:solidFill>
              </a:rPr>
              <a:t>?</a:t>
            </a:r>
          </a:p>
        </p:txBody>
      </p:sp>
      <p:sp>
        <p:nvSpPr>
          <p:cNvPr id="15" name="Abgerundetes Rechteck 14">
            <a:extLst>
              <a:ext uri="{FF2B5EF4-FFF2-40B4-BE49-F238E27FC236}">
                <a16:creationId xmlns:a16="http://schemas.microsoft.com/office/drawing/2014/main" id="{F85B98AF-99AF-F7CE-93C4-6FB3547713E7}"/>
              </a:ext>
            </a:extLst>
          </p:cNvPr>
          <p:cNvSpPr/>
          <p:nvPr userDrawn="1"/>
        </p:nvSpPr>
        <p:spPr>
          <a:xfrm>
            <a:off x="6313714" y="3280229"/>
            <a:ext cx="5467886" cy="2656114"/>
          </a:xfrm>
          <a:prstGeom prst="roundRect">
            <a:avLst>
              <a:gd name="adj" fmla="val 20492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9501010-F7A6-1115-DE02-B56E24BFD254}"/>
              </a:ext>
            </a:extLst>
          </p:cNvPr>
          <p:cNvSpPr txBox="1"/>
          <p:nvPr userDrawn="1"/>
        </p:nvSpPr>
        <p:spPr>
          <a:xfrm>
            <a:off x="6980341" y="3532699"/>
            <a:ext cx="291105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dirty="0" err="1">
                <a:solidFill>
                  <a:srgbClr val="009999"/>
                </a:solidFill>
              </a:rPr>
              <a:t>What</a:t>
            </a:r>
            <a:r>
              <a:rPr lang="de-DE" dirty="0">
                <a:solidFill>
                  <a:srgbClr val="009999"/>
                </a:solidFill>
              </a:rPr>
              <a:t> </a:t>
            </a:r>
            <a:r>
              <a:rPr lang="de-DE" dirty="0" err="1">
                <a:solidFill>
                  <a:srgbClr val="009999"/>
                </a:solidFill>
              </a:rPr>
              <a:t>are</a:t>
            </a:r>
            <a:r>
              <a:rPr lang="de-DE" dirty="0">
                <a:solidFill>
                  <a:srgbClr val="009999"/>
                </a:solidFill>
              </a:rPr>
              <a:t> </a:t>
            </a:r>
            <a:r>
              <a:rPr lang="de-DE" dirty="0" err="1">
                <a:solidFill>
                  <a:srgbClr val="009999"/>
                </a:solidFill>
              </a:rPr>
              <a:t>main</a:t>
            </a:r>
            <a:r>
              <a:rPr lang="de-DE" dirty="0">
                <a:solidFill>
                  <a:srgbClr val="009999"/>
                </a:solidFill>
              </a:rPr>
              <a:t> </a:t>
            </a:r>
            <a:r>
              <a:rPr lang="de-DE" dirty="0" err="1">
                <a:solidFill>
                  <a:srgbClr val="009999"/>
                </a:solidFill>
              </a:rPr>
              <a:t>pros</a:t>
            </a:r>
            <a:r>
              <a:rPr lang="de-DE" dirty="0">
                <a:solidFill>
                  <a:srgbClr val="009999"/>
                </a:solidFill>
              </a:rPr>
              <a:t> &amp; </a:t>
            </a:r>
            <a:r>
              <a:rPr lang="de-DE" dirty="0" err="1">
                <a:solidFill>
                  <a:srgbClr val="009999"/>
                </a:solidFill>
              </a:rPr>
              <a:t>cons</a:t>
            </a:r>
            <a:r>
              <a:rPr lang="de-DE" dirty="0">
                <a:solidFill>
                  <a:srgbClr val="009999"/>
                </a:solidFill>
              </a:rPr>
              <a:t>?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1C54754-75B6-5BCE-523B-A5711CFFF833}"/>
              </a:ext>
            </a:extLst>
          </p:cNvPr>
          <p:cNvSpPr txBox="1"/>
          <p:nvPr userDrawn="1"/>
        </p:nvSpPr>
        <p:spPr>
          <a:xfrm>
            <a:off x="7409463" y="3987182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dirty="0">
                <a:solidFill>
                  <a:srgbClr val="009999"/>
                </a:solidFill>
              </a:rPr>
              <a:t>PROS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4FD74ECF-C7A7-2318-449C-D41D4C941576}"/>
              </a:ext>
            </a:extLst>
          </p:cNvPr>
          <p:cNvSpPr txBox="1"/>
          <p:nvPr userDrawn="1"/>
        </p:nvSpPr>
        <p:spPr>
          <a:xfrm>
            <a:off x="9891394" y="3987182"/>
            <a:ext cx="66684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dirty="0">
                <a:solidFill>
                  <a:srgbClr val="009999"/>
                </a:solidFill>
              </a:rPr>
              <a:t>CONS</a:t>
            </a:r>
          </a:p>
        </p:txBody>
      </p:sp>
      <p:cxnSp>
        <p:nvCxnSpPr>
          <p:cNvPr id="19" name="Gerade Verbindung 18">
            <a:extLst>
              <a:ext uri="{FF2B5EF4-FFF2-40B4-BE49-F238E27FC236}">
                <a16:creationId xmlns:a16="http://schemas.microsoft.com/office/drawing/2014/main" id="{AAC9810B-A45A-3BA9-7671-07AC689201F5}"/>
              </a:ext>
            </a:extLst>
          </p:cNvPr>
          <p:cNvCxnSpPr/>
          <p:nvPr userDrawn="1"/>
        </p:nvCxnSpPr>
        <p:spPr>
          <a:xfrm>
            <a:off x="9111953" y="4102253"/>
            <a:ext cx="0" cy="1834090"/>
          </a:xfrm>
          <a:prstGeom prst="line">
            <a:avLst/>
          </a:prstGeom>
          <a:ln w="95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Inhaltsplatzhalter 25">
            <a:extLst>
              <a:ext uri="{FF2B5EF4-FFF2-40B4-BE49-F238E27FC236}">
                <a16:creationId xmlns:a16="http://schemas.microsoft.com/office/drawing/2014/main" id="{D043828C-538A-55E5-10CA-21B290263BC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5013" y="3987800"/>
            <a:ext cx="4932362" cy="1765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1" name="Inhaltsplatzhalter 28">
            <a:extLst>
              <a:ext uri="{FF2B5EF4-FFF2-40B4-BE49-F238E27FC236}">
                <a16:creationId xmlns:a16="http://schemas.microsoft.com/office/drawing/2014/main" id="{16EB6728-089F-6AD8-3C94-976549E8DBE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629400" y="4264025"/>
            <a:ext cx="232410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56251D3F-F054-4791-C61A-C8E7CC38953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269186" y="4264025"/>
            <a:ext cx="232410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01" name="Content Placeholder"/>
          <p:cNvSpPr>
            <a:spLocks noGrp="1"/>
          </p:cNvSpPr>
          <p:nvPr>
            <p:ph idx="1"/>
          </p:nvPr>
        </p:nvSpPr>
        <p:spPr>
          <a:xfrm>
            <a:off x="410400" y="1200000"/>
            <a:ext cx="11371200" cy="5050000"/>
          </a:xfr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0628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54073">
            <a:extLst>
              <a:ext uri="{FF2B5EF4-FFF2-40B4-BE49-F238E27FC236}">
                <a16:creationId xmlns:a16="http://schemas.microsoft.com/office/drawing/2014/main" id="{0AD57638-739A-246D-181F-9AAED16239B7}"/>
              </a:ext>
            </a:extLst>
          </p:cNvPr>
          <p:cNvGrpSpPr/>
          <p:nvPr userDrawn="1"/>
        </p:nvGrpSpPr>
        <p:grpSpPr>
          <a:xfrm>
            <a:off x="4715758" y="4892202"/>
            <a:ext cx="2760486" cy="1965799"/>
            <a:chOff x="0" y="0"/>
            <a:chExt cx="3926022" cy="2795801"/>
          </a:xfrm>
        </p:grpSpPr>
        <p:grpSp>
          <p:nvGrpSpPr>
            <p:cNvPr id="4" name="Group 54064">
              <a:extLst>
                <a:ext uri="{FF2B5EF4-FFF2-40B4-BE49-F238E27FC236}">
                  <a16:creationId xmlns:a16="http://schemas.microsoft.com/office/drawing/2014/main" id="{71ED4603-F02E-40D1-AE67-2CEB88FC2F19}"/>
                </a:ext>
              </a:extLst>
            </p:cNvPr>
            <p:cNvGrpSpPr/>
            <p:nvPr/>
          </p:nvGrpSpPr>
          <p:grpSpPr>
            <a:xfrm>
              <a:off x="0" y="0"/>
              <a:ext cx="1233710" cy="2795802"/>
              <a:chOff x="0" y="0"/>
              <a:chExt cx="1233709" cy="2795801"/>
            </a:xfrm>
          </p:grpSpPr>
          <p:grpSp>
            <p:nvGrpSpPr>
              <p:cNvPr id="16" name="Group 54060">
                <a:extLst>
                  <a:ext uri="{FF2B5EF4-FFF2-40B4-BE49-F238E27FC236}">
                    <a16:creationId xmlns:a16="http://schemas.microsoft.com/office/drawing/2014/main" id="{6D3D2EAB-6DDF-34FD-6607-32FAE59D64ED}"/>
                  </a:ext>
                </a:extLst>
              </p:cNvPr>
              <p:cNvGrpSpPr/>
              <p:nvPr/>
            </p:nvGrpSpPr>
            <p:grpSpPr>
              <a:xfrm>
                <a:off x="132610" y="0"/>
                <a:ext cx="981299" cy="1900107"/>
                <a:chOff x="0" y="0"/>
                <a:chExt cx="981297" cy="1900106"/>
              </a:xfrm>
            </p:grpSpPr>
            <p:sp>
              <p:nvSpPr>
                <p:cNvPr id="20" name="Shape 54057">
                  <a:extLst>
                    <a:ext uri="{FF2B5EF4-FFF2-40B4-BE49-F238E27FC236}">
                      <a16:creationId xmlns:a16="http://schemas.microsoft.com/office/drawing/2014/main" id="{90C383E0-E967-0219-283C-9B622EC50B1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81298" cy="190010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08" h="18982" extrusionOk="0">
                      <a:moveTo>
                        <a:pt x="4976" y="17957"/>
                      </a:moveTo>
                      <a:cubicBezTo>
                        <a:pt x="4976" y="17957"/>
                        <a:pt x="-1056" y="11664"/>
                        <a:pt x="163" y="7585"/>
                      </a:cubicBezTo>
                      <a:cubicBezTo>
                        <a:pt x="1380" y="3505"/>
                        <a:pt x="2357" y="627"/>
                        <a:pt x="7345" y="64"/>
                      </a:cubicBezTo>
                      <a:cubicBezTo>
                        <a:pt x="12334" y="-498"/>
                        <a:pt x="14987" y="2777"/>
                        <a:pt x="16154" y="4143"/>
                      </a:cubicBezTo>
                      <a:cubicBezTo>
                        <a:pt x="17321" y="5510"/>
                        <a:pt x="20544" y="11646"/>
                        <a:pt x="19797" y="16374"/>
                      </a:cubicBezTo>
                      <a:cubicBezTo>
                        <a:pt x="19051" y="21102"/>
                        <a:pt x="4976" y="17957"/>
                        <a:pt x="4976" y="1795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21" name="Shape 54058">
                  <a:extLst>
                    <a:ext uri="{FF2B5EF4-FFF2-40B4-BE49-F238E27FC236}">
                      <a16:creationId xmlns:a16="http://schemas.microsoft.com/office/drawing/2014/main" id="{6E6BA902-55E3-9026-BCA8-EF6CE8D1BB34}"/>
                    </a:ext>
                  </a:extLst>
                </p:cNvPr>
                <p:cNvSpPr/>
                <p:nvPr/>
              </p:nvSpPr>
              <p:spPr>
                <a:xfrm>
                  <a:off x="44203" y="66305"/>
                  <a:ext cx="915497" cy="17726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09" h="18982" extrusionOk="0">
                      <a:moveTo>
                        <a:pt x="4976" y="17957"/>
                      </a:moveTo>
                      <a:cubicBezTo>
                        <a:pt x="4976" y="17957"/>
                        <a:pt x="-1056" y="11664"/>
                        <a:pt x="162" y="7584"/>
                      </a:cubicBezTo>
                      <a:cubicBezTo>
                        <a:pt x="1380" y="3505"/>
                        <a:pt x="2357" y="626"/>
                        <a:pt x="7345" y="64"/>
                      </a:cubicBezTo>
                      <a:cubicBezTo>
                        <a:pt x="12333" y="-498"/>
                        <a:pt x="14986" y="2777"/>
                        <a:pt x="16154" y="4144"/>
                      </a:cubicBezTo>
                      <a:cubicBezTo>
                        <a:pt x="17321" y="5510"/>
                        <a:pt x="20544" y="11647"/>
                        <a:pt x="19797" y="16374"/>
                      </a:cubicBezTo>
                      <a:cubicBezTo>
                        <a:pt x="19051" y="21102"/>
                        <a:pt x="4976" y="17957"/>
                        <a:pt x="4976" y="17957"/>
                      </a:cubicBez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22" name="Shape 54059">
                  <a:extLst>
                    <a:ext uri="{FF2B5EF4-FFF2-40B4-BE49-F238E27FC236}">
                      <a16:creationId xmlns:a16="http://schemas.microsoft.com/office/drawing/2014/main" id="{2AD3754E-9C5F-1970-1A3F-F12575EDFC76}"/>
                    </a:ext>
                  </a:extLst>
                </p:cNvPr>
                <p:cNvSpPr/>
                <p:nvPr/>
              </p:nvSpPr>
              <p:spPr>
                <a:xfrm>
                  <a:off x="309424" y="740408"/>
                  <a:ext cx="420308" cy="5144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21" h="21505" extrusionOk="0">
                      <a:moveTo>
                        <a:pt x="5073" y="11772"/>
                      </a:moveTo>
                      <a:lnTo>
                        <a:pt x="9784" y="7488"/>
                      </a:lnTo>
                      <a:lnTo>
                        <a:pt x="16246" y="9733"/>
                      </a:lnTo>
                      <a:lnTo>
                        <a:pt x="11537" y="14017"/>
                      </a:lnTo>
                      <a:cubicBezTo>
                        <a:pt x="11537" y="14017"/>
                        <a:pt x="5073" y="11772"/>
                        <a:pt x="5073" y="11772"/>
                      </a:cubicBezTo>
                      <a:close/>
                      <a:moveTo>
                        <a:pt x="20689" y="17198"/>
                      </a:moveTo>
                      <a:lnTo>
                        <a:pt x="13552" y="14718"/>
                      </a:lnTo>
                      <a:lnTo>
                        <a:pt x="18753" y="9987"/>
                      </a:lnTo>
                      <a:cubicBezTo>
                        <a:pt x="18816" y="9929"/>
                        <a:pt x="18851" y="9859"/>
                        <a:pt x="18893" y="9793"/>
                      </a:cubicBezTo>
                      <a:cubicBezTo>
                        <a:pt x="18905" y="9774"/>
                        <a:pt x="18930" y="9766"/>
                        <a:pt x="18940" y="9746"/>
                      </a:cubicBezTo>
                      <a:cubicBezTo>
                        <a:pt x="18945" y="9736"/>
                        <a:pt x="18943" y="9726"/>
                        <a:pt x="18947" y="9718"/>
                      </a:cubicBezTo>
                      <a:cubicBezTo>
                        <a:pt x="18972" y="9663"/>
                        <a:pt x="18977" y="9608"/>
                        <a:pt x="18988" y="9552"/>
                      </a:cubicBezTo>
                      <a:cubicBezTo>
                        <a:pt x="18999" y="9497"/>
                        <a:pt x="19018" y="9446"/>
                        <a:pt x="19016" y="9392"/>
                      </a:cubicBezTo>
                      <a:cubicBezTo>
                        <a:pt x="19014" y="9343"/>
                        <a:pt x="18994" y="9296"/>
                        <a:pt x="18982" y="9246"/>
                      </a:cubicBezTo>
                      <a:cubicBezTo>
                        <a:pt x="18966" y="9190"/>
                        <a:pt x="18959" y="9130"/>
                        <a:pt x="18930" y="9077"/>
                      </a:cubicBezTo>
                      <a:cubicBezTo>
                        <a:pt x="18909" y="9037"/>
                        <a:pt x="18872" y="9004"/>
                        <a:pt x="18844" y="8967"/>
                      </a:cubicBezTo>
                      <a:cubicBezTo>
                        <a:pt x="18799" y="8909"/>
                        <a:pt x="18758" y="8853"/>
                        <a:pt x="18699" y="8805"/>
                      </a:cubicBezTo>
                      <a:cubicBezTo>
                        <a:pt x="18692" y="8800"/>
                        <a:pt x="18688" y="8792"/>
                        <a:pt x="18681" y="8787"/>
                      </a:cubicBezTo>
                      <a:cubicBezTo>
                        <a:pt x="18641" y="8756"/>
                        <a:pt x="18592" y="8745"/>
                        <a:pt x="18549" y="8722"/>
                      </a:cubicBezTo>
                      <a:cubicBezTo>
                        <a:pt x="18495" y="8692"/>
                        <a:pt x="18452" y="8653"/>
                        <a:pt x="18390" y="8632"/>
                      </a:cubicBezTo>
                      <a:lnTo>
                        <a:pt x="11253" y="6151"/>
                      </a:lnTo>
                      <a:lnTo>
                        <a:pt x="16454" y="1421"/>
                      </a:lnTo>
                      <a:cubicBezTo>
                        <a:pt x="16837" y="1073"/>
                        <a:pt x="16805" y="534"/>
                        <a:pt x="16383" y="220"/>
                      </a:cubicBezTo>
                      <a:cubicBezTo>
                        <a:pt x="15961" y="-95"/>
                        <a:pt x="15308" y="-68"/>
                        <a:pt x="14925" y="279"/>
                      </a:cubicBezTo>
                      <a:lnTo>
                        <a:pt x="9237" y="5451"/>
                      </a:lnTo>
                      <a:lnTo>
                        <a:pt x="1433" y="2739"/>
                      </a:lnTo>
                      <a:cubicBezTo>
                        <a:pt x="911" y="2562"/>
                        <a:pt x="302" y="2759"/>
                        <a:pt x="81" y="3192"/>
                      </a:cubicBezTo>
                      <a:cubicBezTo>
                        <a:pt x="-140" y="3626"/>
                        <a:pt x="106" y="4124"/>
                        <a:pt x="631" y="4307"/>
                      </a:cubicBezTo>
                      <a:lnTo>
                        <a:pt x="7768" y="6788"/>
                      </a:lnTo>
                      <a:lnTo>
                        <a:pt x="2567" y="11518"/>
                      </a:lnTo>
                      <a:cubicBezTo>
                        <a:pt x="2528" y="11554"/>
                        <a:pt x="2512" y="11598"/>
                        <a:pt x="2481" y="11637"/>
                      </a:cubicBezTo>
                      <a:cubicBezTo>
                        <a:pt x="2448" y="11679"/>
                        <a:pt x="2405" y="11712"/>
                        <a:pt x="2381" y="11759"/>
                      </a:cubicBezTo>
                      <a:cubicBezTo>
                        <a:pt x="2377" y="11767"/>
                        <a:pt x="2379" y="11777"/>
                        <a:pt x="2375" y="11785"/>
                      </a:cubicBezTo>
                      <a:cubicBezTo>
                        <a:pt x="2346" y="11845"/>
                        <a:pt x="2340" y="11906"/>
                        <a:pt x="2329" y="11968"/>
                      </a:cubicBezTo>
                      <a:cubicBezTo>
                        <a:pt x="2321" y="12016"/>
                        <a:pt x="2303" y="12062"/>
                        <a:pt x="2305" y="12111"/>
                      </a:cubicBezTo>
                      <a:cubicBezTo>
                        <a:pt x="2306" y="12167"/>
                        <a:pt x="2328" y="12218"/>
                        <a:pt x="2344" y="12275"/>
                      </a:cubicBezTo>
                      <a:cubicBezTo>
                        <a:pt x="2357" y="12327"/>
                        <a:pt x="2363" y="12378"/>
                        <a:pt x="2390" y="12426"/>
                      </a:cubicBezTo>
                      <a:cubicBezTo>
                        <a:pt x="2412" y="12471"/>
                        <a:pt x="2452" y="12507"/>
                        <a:pt x="2485" y="12547"/>
                      </a:cubicBezTo>
                      <a:cubicBezTo>
                        <a:pt x="2528" y="12600"/>
                        <a:pt x="2565" y="12653"/>
                        <a:pt x="2621" y="12698"/>
                      </a:cubicBezTo>
                      <a:cubicBezTo>
                        <a:pt x="2628" y="12705"/>
                        <a:pt x="2631" y="12713"/>
                        <a:pt x="2639" y="12718"/>
                      </a:cubicBezTo>
                      <a:cubicBezTo>
                        <a:pt x="2691" y="12758"/>
                        <a:pt x="2754" y="12778"/>
                        <a:pt x="2814" y="12806"/>
                      </a:cubicBezTo>
                      <a:cubicBezTo>
                        <a:pt x="2855" y="12828"/>
                        <a:pt x="2886" y="12856"/>
                        <a:pt x="2931" y="12872"/>
                      </a:cubicBezTo>
                      <a:lnTo>
                        <a:pt x="10068" y="15353"/>
                      </a:lnTo>
                      <a:lnTo>
                        <a:pt x="4867" y="20083"/>
                      </a:lnTo>
                      <a:cubicBezTo>
                        <a:pt x="4484" y="20433"/>
                        <a:pt x="4516" y="20970"/>
                        <a:pt x="4939" y="21284"/>
                      </a:cubicBezTo>
                      <a:cubicBezTo>
                        <a:pt x="5136" y="21432"/>
                        <a:pt x="5384" y="21505"/>
                        <a:pt x="5632" y="21505"/>
                      </a:cubicBezTo>
                      <a:cubicBezTo>
                        <a:pt x="5913" y="21505"/>
                        <a:pt x="6193" y="21410"/>
                        <a:pt x="6396" y="21226"/>
                      </a:cubicBezTo>
                      <a:lnTo>
                        <a:pt x="12083" y="16054"/>
                      </a:lnTo>
                      <a:lnTo>
                        <a:pt x="19887" y="18765"/>
                      </a:lnTo>
                      <a:cubicBezTo>
                        <a:pt x="20018" y="18810"/>
                        <a:pt x="20154" y="18832"/>
                        <a:pt x="20288" y="18832"/>
                      </a:cubicBezTo>
                      <a:cubicBezTo>
                        <a:pt x="20690" y="18832"/>
                        <a:pt x="21073" y="18638"/>
                        <a:pt x="21239" y="18312"/>
                      </a:cubicBezTo>
                      <a:cubicBezTo>
                        <a:pt x="21460" y="17879"/>
                        <a:pt x="21214" y="17381"/>
                        <a:pt x="20689" y="17198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</p:grpSp>
          <p:grpSp>
            <p:nvGrpSpPr>
              <p:cNvPr id="17" name="Group 54063">
                <a:extLst>
                  <a:ext uri="{FF2B5EF4-FFF2-40B4-BE49-F238E27FC236}">
                    <a16:creationId xmlns:a16="http://schemas.microsoft.com/office/drawing/2014/main" id="{278D8E64-DE4F-8B00-FC9C-A1C92C626A4C}"/>
                  </a:ext>
                </a:extLst>
              </p:cNvPr>
              <p:cNvGrpSpPr/>
              <p:nvPr/>
            </p:nvGrpSpPr>
            <p:grpSpPr>
              <a:xfrm>
                <a:off x="0" y="1337154"/>
                <a:ext cx="1233710" cy="1458648"/>
                <a:chOff x="0" y="0"/>
                <a:chExt cx="1233709" cy="1458646"/>
              </a:xfrm>
            </p:grpSpPr>
            <p:sp>
              <p:nvSpPr>
                <p:cNvPr id="18" name="Shape 54061">
                  <a:extLst>
                    <a:ext uri="{FF2B5EF4-FFF2-40B4-BE49-F238E27FC236}">
                      <a16:creationId xmlns:a16="http://schemas.microsoft.com/office/drawing/2014/main" id="{4DD68D4B-858F-A9AB-3198-AF63712E247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33710" cy="14586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072" extrusionOk="0">
                      <a:moveTo>
                        <a:pt x="0" y="21072"/>
                      </a:moveTo>
                      <a:lnTo>
                        <a:pt x="6527" y="2621"/>
                      </a:lnTo>
                      <a:cubicBezTo>
                        <a:pt x="6527" y="2621"/>
                        <a:pt x="7278" y="565"/>
                        <a:pt x="10838" y="76"/>
                      </a:cubicBezTo>
                      <a:cubicBezTo>
                        <a:pt x="15228" y="-528"/>
                        <a:pt x="19583" y="2523"/>
                        <a:pt x="20413" y="8399"/>
                      </a:cubicBezTo>
                      <a:cubicBezTo>
                        <a:pt x="21244" y="14274"/>
                        <a:pt x="21600" y="21072"/>
                        <a:pt x="21600" y="21072"/>
                      </a:cubicBezTo>
                      <a:cubicBezTo>
                        <a:pt x="21600" y="21072"/>
                        <a:pt x="0" y="21072"/>
                        <a:pt x="0" y="2107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19" name="Shape 54062">
                  <a:extLst>
                    <a:ext uri="{FF2B5EF4-FFF2-40B4-BE49-F238E27FC236}">
                      <a16:creationId xmlns:a16="http://schemas.microsoft.com/office/drawing/2014/main" id="{8D79A3C4-96C7-9F5A-1351-B8945352912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95962" cy="14580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591" extrusionOk="0">
                      <a:moveTo>
                        <a:pt x="18385" y="21591"/>
                      </a:moveTo>
                      <a:lnTo>
                        <a:pt x="21600" y="4"/>
                      </a:lnTo>
                      <a:cubicBezTo>
                        <a:pt x="20798" y="-9"/>
                        <a:pt x="19998" y="5"/>
                        <a:pt x="19212" y="68"/>
                      </a:cubicBezTo>
                      <a:cubicBezTo>
                        <a:pt x="12901" y="569"/>
                        <a:pt x="11571" y="2677"/>
                        <a:pt x="11571" y="2677"/>
                      </a:cubicBezTo>
                      <a:lnTo>
                        <a:pt x="0" y="21591"/>
                      </a:lnTo>
                      <a:cubicBezTo>
                        <a:pt x="0" y="21591"/>
                        <a:pt x="18385" y="21591"/>
                        <a:pt x="18385" y="21591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</p:grpSp>
        </p:grpSp>
        <p:grpSp>
          <p:nvGrpSpPr>
            <p:cNvPr id="8" name="Group 54072">
              <a:extLst>
                <a:ext uri="{FF2B5EF4-FFF2-40B4-BE49-F238E27FC236}">
                  <a16:creationId xmlns:a16="http://schemas.microsoft.com/office/drawing/2014/main" id="{B5B55718-1CB7-AB2C-08C6-CF4DD84C2B5C}"/>
                </a:ext>
              </a:extLst>
            </p:cNvPr>
            <p:cNvGrpSpPr/>
            <p:nvPr/>
          </p:nvGrpSpPr>
          <p:grpSpPr>
            <a:xfrm>
              <a:off x="2688573" y="0"/>
              <a:ext cx="1237450" cy="2795802"/>
              <a:chOff x="0" y="0"/>
              <a:chExt cx="1237448" cy="2795801"/>
            </a:xfrm>
          </p:grpSpPr>
          <p:grpSp>
            <p:nvGrpSpPr>
              <p:cNvPr id="9" name="Group 54068">
                <a:extLst>
                  <a:ext uri="{FF2B5EF4-FFF2-40B4-BE49-F238E27FC236}">
                    <a16:creationId xmlns:a16="http://schemas.microsoft.com/office/drawing/2014/main" id="{C5924C4E-BE9C-04D2-1F21-517F39907833}"/>
                  </a:ext>
                </a:extLst>
              </p:cNvPr>
              <p:cNvGrpSpPr/>
              <p:nvPr/>
            </p:nvGrpSpPr>
            <p:grpSpPr>
              <a:xfrm>
                <a:off x="121560" y="0"/>
                <a:ext cx="981280" cy="1900107"/>
                <a:chOff x="0" y="0"/>
                <a:chExt cx="981279" cy="1900106"/>
              </a:xfrm>
            </p:grpSpPr>
            <p:sp>
              <p:nvSpPr>
                <p:cNvPr id="13" name="Shape 54065">
                  <a:extLst>
                    <a:ext uri="{FF2B5EF4-FFF2-40B4-BE49-F238E27FC236}">
                      <a16:creationId xmlns:a16="http://schemas.microsoft.com/office/drawing/2014/main" id="{EADB8489-EE3E-D082-4026-FF80BB99BEA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81280" cy="190010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08" h="18982" extrusionOk="0">
                      <a:moveTo>
                        <a:pt x="14932" y="17957"/>
                      </a:moveTo>
                      <a:cubicBezTo>
                        <a:pt x="14932" y="17957"/>
                        <a:pt x="20964" y="11664"/>
                        <a:pt x="19746" y="7585"/>
                      </a:cubicBezTo>
                      <a:cubicBezTo>
                        <a:pt x="18528" y="3505"/>
                        <a:pt x="17550" y="627"/>
                        <a:pt x="12562" y="64"/>
                      </a:cubicBezTo>
                      <a:cubicBezTo>
                        <a:pt x="7574" y="-498"/>
                        <a:pt x="4922" y="2777"/>
                        <a:pt x="3754" y="4143"/>
                      </a:cubicBezTo>
                      <a:cubicBezTo>
                        <a:pt x="2586" y="5510"/>
                        <a:pt x="-636" y="11646"/>
                        <a:pt x="111" y="16374"/>
                      </a:cubicBezTo>
                      <a:cubicBezTo>
                        <a:pt x="857" y="21102"/>
                        <a:pt x="14932" y="17957"/>
                        <a:pt x="14932" y="1795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14" name="Shape 54066">
                  <a:extLst>
                    <a:ext uri="{FF2B5EF4-FFF2-40B4-BE49-F238E27FC236}">
                      <a16:creationId xmlns:a16="http://schemas.microsoft.com/office/drawing/2014/main" id="{0007F0E8-72EB-D048-9F5F-8D9A95B0832E}"/>
                    </a:ext>
                  </a:extLst>
                </p:cNvPr>
                <p:cNvSpPr/>
                <p:nvPr/>
              </p:nvSpPr>
              <p:spPr>
                <a:xfrm>
                  <a:off x="22101" y="66305"/>
                  <a:ext cx="915510" cy="17726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08" h="18982" extrusionOk="0">
                      <a:moveTo>
                        <a:pt x="14932" y="17957"/>
                      </a:moveTo>
                      <a:cubicBezTo>
                        <a:pt x="14932" y="17957"/>
                        <a:pt x="20964" y="11664"/>
                        <a:pt x="19746" y="7584"/>
                      </a:cubicBezTo>
                      <a:cubicBezTo>
                        <a:pt x="18528" y="3505"/>
                        <a:pt x="17551" y="626"/>
                        <a:pt x="12563" y="64"/>
                      </a:cubicBezTo>
                      <a:cubicBezTo>
                        <a:pt x="7574" y="-498"/>
                        <a:pt x="4922" y="2777"/>
                        <a:pt x="3755" y="4144"/>
                      </a:cubicBezTo>
                      <a:cubicBezTo>
                        <a:pt x="2587" y="5510"/>
                        <a:pt x="-636" y="11647"/>
                        <a:pt x="111" y="16374"/>
                      </a:cubicBezTo>
                      <a:cubicBezTo>
                        <a:pt x="857" y="21102"/>
                        <a:pt x="14932" y="17957"/>
                        <a:pt x="14932" y="17957"/>
                      </a:cubicBez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15" name="Shape 54067">
                  <a:extLst>
                    <a:ext uri="{FF2B5EF4-FFF2-40B4-BE49-F238E27FC236}">
                      <a16:creationId xmlns:a16="http://schemas.microsoft.com/office/drawing/2014/main" id="{A1E858E4-79DB-16CD-AB3B-A83157187713}"/>
                    </a:ext>
                  </a:extLst>
                </p:cNvPr>
                <p:cNvSpPr/>
                <p:nvPr/>
              </p:nvSpPr>
              <p:spPr>
                <a:xfrm>
                  <a:off x="243119" y="740408"/>
                  <a:ext cx="420323" cy="5144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21" h="21505" extrusionOk="0">
                      <a:moveTo>
                        <a:pt x="9783" y="14017"/>
                      </a:moveTo>
                      <a:lnTo>
                        <a:pt x="5074" y="9733"/>
                      </a:lnTo>
                      <a:lnTo>
                        <a:pt x="11536" y="7488"/>
                      </a:lnTo>
                      <a:lnTo>
                        <a:pt x="16247" y="11772"/>
                      </a:lnTo>
                      <a:cubicBezTo>
                        <a:pt x="16247" y="11772"/>
                        <a:pt x="9783" y="14017"/>
                        <a:pt x="9783" y="14017"/>
                      </a:cubicBezTo>
                      <a:close/>
                      <a:moveTo>
                        <a:pt x="81" y="18312"/>
                      </a:moveTo>
                      <a:cubicBezTo>
                        <a:pt x="248" y="18638"/>
                        <a:pt x="631" y="18832"/>
                        <a:pt x="1031" y="18832"/>
                      </a:cubicBezTo>
                      <a:cubicBezTo>
                        <a:pt x="1167" y="18832"/>
                        <a:pt x="1302" y="18810"/>
                        <a:pt x="1434" y="18765"/>
                      </a:cubicBezTo>
                      <a:lnTo>
                        <a:pt x="9238" y="16054"/>
                      </a:lnTo>
                      <a:lnTo>
                        <a:pt x="14925" y="21226"/>
                      </a:lnTo>
                      <a:cubicBezTo>
                        <a:pt x="15127" y="21410"/>
                        <a:pt x="15409" y="21505"/>
                        <a:pt x="15689" y="21505"/>
                      </a:cubicBezTo>
                      <a:cubicBezTo>
                        <a:pt x="15936" y="21505"/>
                        <a:pt x="16184" y="21432"/>
                        <a:pt x="16382" y="21284"/>
                      </a:cubicBezTo>
                      <a:cubicBezTo>
                        <a:pt x="16803" y="20970"/>
                        <a:pt x="16835" y="20433"/>
                        <a:pt x="16453" y="20083"/>
                      </a:cubicBezTo>
                      <a:lnTo>
                        <a:pt x="11253" y="15353"/>
                      </a:lnTo>
                      <a:lnTo>
                        <a:pt x="18391" y="12872"/>
                      </a:lnTo>
                      <a:cubicBezTo>
                        <a:pt x="18435" y="12856"/>
                        <a:pt x="18466" y="12828"/>
                        <a:pt x="18508" y="12806"/>
                      </a:cubicBezTo>
                      <a:cubicBezTo>
                        <a:pt x="18566" y="12778"/>
                        <a:pt x="18629" y="12758"/>
                        <a:pt x="18681" y="12718"/>
                      </a:cubicBezTo>
                      <a:cubicBezTo>
                        <a:pt x="18689" y="12713"/>
                        <a:pt x="18693" y="12705"/>
                        <a:pt x="18701" y="12698"/>
                      </a:cubicBezTo>
                      <a:cubicBezTo>
                        <a:pt x="18756" y="12653"/>
                        <a:pt x="18793" y="12600"/>
                        <a:pt x="18834" y="12547"/>
                      </a:cubicBezTo>
                      <a:cubicBezTo>
                        <a:pt x="18868" y="12507"/>
                        <a:pt x="18908" y="12471"/>
                        <a:pt x="18931" y="12426"/>
                      </a:cubicBezTo>
                      <a:cubicBezTo>
                        <a:pt x="18957" y="12378"/>
                        <a:pt x="18963" y="12327"/>
                        <a:pt x="18977" y="12275"/>
                      </a:cubicBezTo>
                      <a:cubicBezTo>
                        <a:pt x="18991" y="12218"/>
                        <a:pt x="19015" y="12167"/>
                        <a:pt x="19015" y="12111"/>
                      </a:cubicBezTo>
                      <a:cubicBezTo>
                        <a:pt x="19017" y="12062"/>
                        <a:pt x="18999" y="12016"/>
                        <a:pt x="18991" y="11968"/>
                      </a:cubicBezTo>
                      <a:cubicBezTo>
                        <a:pt x="18979" y="11906"/>
                        <a:pt x="18975" y="11845"/>
                        <a:pt x="18947" y="11785"/>
                      </a:cubicBezTo>
                      <a:cubicBezTo>
                        <a:pt x="18943" y="11777"/>
                        <a:pt x="18943" y="11767"/>
                        <a:pt x="18938" y="11759"/>
                      </a:cubicBezTo>
                      <a:cubicBezTo>
                        <a:pt x="18914" y="11712"/>
                        <a:pt x="18872" y="11679"/>
                        <a:pt x="18840" y="11637"/>
                      </a:cubicBezTo>
                      <a:cubicBezTo>
                        <a:pt x="18810" y="11598"/>
                        <a:pt x="18793" y="11554"/>
                        <a:pt x="18753" y="11518"/>
                      </a:cubicBezTo>
                      <a:lnTo>
                        <a:pt x="13551" y="6788"/>
                      </a:lnTo>
                      <a:lnTo>
                        <a:pt x="20690" y="4307"/>
                      </a:lnTo>
                      <a:cubicBezTo>
                        <a:pt x="21215" y="4124"/>
                        <a:pt x="21461" y="3626"/>
                        <a:pt x="21240" y="3192"/>
                      </a:cubicBezTo>
                      <a:cubicBezTo>
                        <a:pt x="21018" y="2759"/>
                        <a:pt x="20409" y="2562"/>
                        <a:pt x="19888" y="2739"/>
                      </a:cubicBezTo>
                      <a:lnTo>
                        <a:pt x="12085" y="5451"/>
                      </a:lnTo>
                      <a:lnTo>
                        <a:pt x="6395" y="279"/>
                      </a:lnTo>
                      <a:cubicBezTo>
                        <a:pt x="6012" y="-68"/>
                        <a:pt x="5359" y="-95"/>
                        <a:pt x="4938" y="220"/>
                      </a:cubicBezTo>
                      <a:cubicBezTo>
                        <a:pt x="4517" y="534"/>
                        <a:pt x="4485" y="1073"/>
                        <a:pt x="4868" y="1421"/>
                      </a:cubicBezTo>
                      <a:lnTo>
                        <a:pt x="10068" y="6151"/>
                      </a:lnTo>
                      <a:lnTo>
                        <a:pt x="2930" y="8632"/>
                      </a:lnTo>
                      <a:cubicBezTo>
                        <a:pt x="2869" y="8653"/>
                        <a:pt x="2825" y="8692"/>
                        <a:pt x="2772" y="8722"/>
                      </a:cubicBezTo>
                      <a:cubicBezTo>
                        <a:pt x="2728" y="8745"/>
                        <a:pt x="2680" y="8756"/>
                        <a:pt x="2640" y="8787"/>
                      </a:cubicBezTo>
                      <a:cubicBezTo>
                        <a:pt x="2631" y="8792"/>
                        <a:pt x="2629" y="8800"/>
                        <a:pt x="2623" y="8805"/>
                      </a:cubicBezTo>
                      <a:cubicBezTo>
                        <a:pt x="2563" y="8853"/>
                        <a:pt x="2523" y="8909"/>
                        <a:pt x="2478" y="8967"/>
                      </a:cubicBezTo>
                      <a:cubicBezTo>
                        <a:pt x="2450" y="9004"/>
                        <a:pt x="2412" y="9037"/>
                        <a:pt x="2390" y="9077"/>
                      </a:cubicBezTo>
                      <a:cubicBezTo>
                        <a:pt x="2362" y="9130"/>
                        <a:pt x="2353" y="9190"/>
                        <a:pt x="2339" y="9246"/>
                      </a:cubicBezTo>
                      <a:cubicBezTo>
                        <a:pt x="2327" y="9296"/>
                        <a:pt x="2307" y="9343"/>
                        <a:pt x="2305" y="9392"/>
                      </a:cubicBezTo>
                      <a:cubicBezTo>
                        <a:pt x="2303" y="9446"/>
                        <a:pt x="2321" y="9497"/>
                        <a:pt x="2333" y="9552"/>
                      </a:cubicBezTo>
                      <a:cubicBezTo>
                        <a:pt x="2345" y="9608"/>
                        <a:pt x="2350" y="9663"/>
                        <a:pt x="2374" y="9718"/>
                      </a:cubicBezTo>
                      <a:cubicBezTo>
                        <a:pt x="2377" y="9726"/>
                        <a:pt x="2375" y="9736"/>
                        <a:pt x="2381" y="9746"/>
                      </a:cubicBezTo>
                      <a:cubicBezTo>
                        <a:pt x="2390" y="9766"/>
                        <a:pt x="2416" y="9774"/>
                        <a:pt x="2428" y="9793"/>
                      </a:cubicBezTo>
                      <a:cubicBezTo>
                        <a:pt x="2470" y="9859"/>
                        <a:pt x="2504" y="9929"/>
                        <a:pt x="2567" y="9987"/>
                      </a:cubicBezTo>
                      <a:lnTo>
                        <a:pt x="7769" y="14718"/>
                      </a:lnTo>
                      <a:lnTo>
                        <a:pt x="633" y="17198"/>
                      </a:lnTo>
                      <a:cubicBezTo>
                        <a:pt x="107" y="17381"/>
                        <a:pt x="-139" y="17879"/>
                        <a:pt x="81" y="18312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</p:grpSp>
          <p:grpSp>
            <p:nvGrpSpPr>
              <p:cNvPr id="10" name="Group 54071">
                <a:extLst>
                  <a:ext uri="{FF2B5EF4-FFF2-40B4-BE49-F238E27FC236}">
                    <a16:creationId xmlns:a16="http://schemas.microsoft.com/office/drawing/2014/main" id="{D1AE30AE-68EE-E180-A840-B2DB9F74307B}"/>
                  </a:ext>
                </a:extLst>
              </p:cNvPr>
              <p:cNvGrpSpPr/>
              <p:nvPr/>
            </p:nvGrpSpPr>
            <p:grpSpPr>
              <a:xfrm>
                <a:off x="-1" y="1337154"/>
                <a:ext cx="1237450" cy="1458648"/>
                <a:chOff x="0" y="0"/>
                <a:chExt cx="1237448" cy="1458646"/>
              </a:xfrm>
            </p:grpSpPr>
            <p:sp>
              <p:nvSpPr>
                <p:cNvPr id="11" name="Shape 54069">
                  <a:extLst>
                    <a:ext uri="{FF2B5EF4-FFF2-40B4-BE49-F238E27FC236}">
                      <a16:creationId xmlns:a16="http://schemas.microsoft.com/office/drawing/2014/main" id="{A6998934-931D-E29B-2195-9A28849BDE2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33705" cy="14586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072" extrusionOk="0">
                      <a:moveTo>
                        <a:pt x="21600" y="21072"/>
                      </a:moveTo>
                      <a:lnTo>
                        <a:pt x="15072" y="2621"/>
                      </a:lnTo>
                      <a:cubicBezTo>
                        <a:pt x="15072" y="2621"/>
                        <a:pt x="14323" y="565"/>
                        <a:pt x="10762" y="76"/>
                      </a:cubicBezTo>
                      <a:cubicBezTo>
                        <a:pt x="6371" y="-528"/>
                        <a:pt x="2017" y="2523"/>
                        <a:pt x="1186" y="8399"/>
                      </a:cubicBezTo>
                      <a:cubicBezTo>
                        <a:pt x="356" y="14274"/>
                        <a:pt x="0" y="21072"/>
                        <a:pt x="0" y="21072"/>
                      </a:cubicBezTo>
                      <a:cubicBezTo>
                        <a:pt x="0" y="21072"/>
                        <a:pt x="21600" y="21072"/>
                        <a:pt x="21600" y="21072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12" name="Shape 54070">
                  <a:extLst>
                    <a:ext uri="{FF2B5EF4-FFF2-40B4-BE49-F238E27FC236}">
                      <a16:creationId xmlns:a16="http://schemas.microsoft.com/office/drawing/2014/main" id="{E05463E6-A2FD-008D-5B5C-301B3966A134}"/>
                    </a:ext>
                  </a:extLst>
                </p:cNvPr>
                <p:cNvSpPr/>
                <p:nvPr/>
              </p:nvSpPr>
              <p:spPr>
                <a:xfrm>
                  <a:off x="541492" y="0"/>
                  <a:ext cx="695957" cy="14580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591" extrusionOk="0">
                      <a:moveTo>
                        <a:pt x="3215" y="21591"/>
                      </a:moveTo>
                      <a:lnTo>
                        <a:pt x="0" y="4"/>
                      </a:lnTo>
                      <a:cubicBezTo>
                        <a:pt x="803" y="-9"/>
                        <a:pt x="1601" y="5"/>
                        <a:pt x="2388" y="68"/>
                      </a:cubicBezTo>
                      <a:cubicBezTo>
                        <a:pt x="8699" y="569"/>
                        <a:pt x="10028" y="2677"/>
                        <a:pt x="10028" y="2677"/>
                      </a:cubicBezTo>
                      <a:lnTo>
                        <a:pt x="21600" y="21591"/>
                      </a:lnTo>
                      <a:cubicBezTo>
                        <a:pt x="21600" y="21591"/>
                        <a:pt x="3215" y="21591"/>
                        <a:pt x="3215" y="2159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</p:grpSp>
        </p:grpSp>
      </p:grpSp>
      <p:grpSp>
        <p:nvGrpSpPr>
          <p:cNvPr id="23" name="Group 37">
            <a:extLst>
              <a:ext uri="{FF2B5EF4-FFF2-40B4-BE49-F238E27FC236}">
                <a16:creationId xmlns:a16="http://schemas.microsoft.com/office/drawing/2014/main" id="{DF370E77-493A-8FE0-BBC1-61383B7FF455}"/>
              </a:ext>
            </a:extLst>
          </p:cNvPr>
          <p:cNvGrpSpPr/>
          <p:nvPr userDrawn="1"/>
        </p:nvGrpSpPr>
        <p:grpSpPr>
          <a:xfrm>
            <a:off x="4022751" y="2747460"/>
            <a:ext cx="4142183" cy="2760509"/>
            <a:chOff x="8116468" y="4028303"/>
            <a:chExt cx="8284366" cy="5521017"/>
          </a:xfrm>
        </p:grpSpPr>
        <p:sp>
          <p:nvSpPr>
            <p:cNvPr id="24" name="Bent Arrow 35">
              <a:extLst>
                <a:ext uri="{FF2B5EF4-FFF2-40B4-BE49-F238E27FC236}">
                  <a16:creationId xmlns:a16="http://schemas.microsoft.com/office/drawing/2014/main" id="{21C4873D-2B57-3C9A-4568-AF432714AEB9}"/>
                </a:ext>
              </a:extLst>
            </p:cNvPr>
            <p:cNvSpPr/>
            <p:nvPr/>
          </p:nvSpPr>
          <p:spPr>
            <a:xfrm flipH="1">
              <a:off x="8116468" y="5413247"/>
              <a:ext cx="4581144" cy="4136073"/>
            </a:xfrm>
            <a:prstGeom prst="bentArrow">
              <a:avLst>
                <a:gd name="adj1" fmla="val 21434"/>
                <a:gd name="adj2" fmla="val 25000"/>
                <a:gd name="adj3" fmla="val 26783"/>
                <a:gd name="adj4" fmla="val 84051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chemeClr val="tx1"/>
                </a:solidFill>
                <a:latin typeface="Lato Light" panose="020F0502020204030203" pitchFamily="34" charset="0"/>
              </a:endParaRPr>
            </a:p>
          </p:txBody>
        </p:sp>
        <p:sp>
          <p:nvSpPr>
            <p:cNvPr id="25" name="Up Arrow 36">
              <a:extLst>
                <a:ext uri="{FF2B5EF4-FFF2-40B4-BE49-F238E27FC236}">
                  <a16:creationId xmlns:a16="http://schemas.microsoft.com/office/drawing/2014/main" id="{72C00340-352A-921B-923D-7A69A39354FF}"/>
                </a:ext>
              </a:extLst>
            </p:cNvPr>
            <p:cNvSpPr/>
            <p:nvPr/>
          </p:nvSpPr>
          <p:spPr>
            <a:xfrm>
              <a:off x="11376754" y="4028303"/>
              <a:ext cx="1719814" cy="5521017"/>
            </a:xfrm>
            <a:prstGeom prst="up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latin typeface="Lato Light" panose="020F0502020204030203" pitchFamily="34" charset="0"/>
              </a:endParaRPr>
            </a:p>
          </p:txBody>
        </p:sp>
        <p:sp>
          <p:nvSpPr>
            <p:cNvPr id="26" name="Bent Arrow 34">
              <a:extLst>
                <a:ext uri="{FF2B5EF4-FFF2-40B4-BE49-F238E27FC236}">
                  <a16:creationId xmlns:a16="http://schemas.microsoft.com/office/drawing/2014/main" id="{5B88228D-20FB-E44C-DDC3-AD104721FA3F}"/>
                </a:ext>
              </a:extLst>
            </p:cNvPr>
            <p:cNvSpPr/>
            <p:nvPr/>
          </p:nvSpPr>
          <p:spPr>
            <a:xfrm>
              <a:off x="11816666" y="5413247"/>
              <a:ext cx="4584168" cy="4136073"/>
            </a:xfrm>
            <a:prstGeom prst="bentArrow">
              <a:avLst>
                <a:gd name="adj1" fmla="val 21434"/>
                <a:gd name="adj2" fmla="val 25000"/>
                <a:gd name="adj3" fmla="val 26783"/>
                <a:gd name="adj4" fmla="val 8405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chemeClr val="tx1"/>
                </a:solidFill>
                <a:latin typeface="Lato Light" panose="020F0502020204030203" pitchFamily="34" charset="0"/>
              </a:endParaRPr>
            </a:p>
          </p:txBody>
        </p:sp>
      </p:grpSp>
      <p:sp>
        <p:nvSpPr>
          <p:cNvPr id="27" name="Inhaltsplatzhalter 30">
            <a:extLst>
              <a:ext uri="{FF2B5EF4-FFF2-40B4-BE49-F238E27FC236}">
                <a16:creationId xmlns:a16="http://schemas.microsoft.com/office/drawing/2014/main" id="{C41D7E07-04C9-54C7-8220-83291134562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1163" y="2555875"/>
            <a:ext cx="3611562" cy="28575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8" name="Inhaltsplatzhalter 30">
            <a:extLst>
              <a:ext uri="{FF2B5EF4-FFF2-40B4-BE49-F238E27FC236}">
                <a16:creationId xmlns:a16="http://schemas.microsoft.com/office/drawing/2014/main" id="{A658853C-6B6F-C989-CFFC-0411531CD8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4340" y="1254540"/>
            <a:ext cx="5136476" cy="146960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9" name="Inhaltsplatzhalter 30">
            <a:extLst>
              <a:ext uri="{FF2B5EF4-FFF2-40B4-BE49-F238E27FC236}">
                <a16:creationId xmlns:a16="http://schemas.microsoft.com/office/drawing/2014/main" id="{CA3AEC79-C0F5-4252-02E1-5BC8FF3BD27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4890" y="2923889"/>
            <a:ext cx="3611562" cy="28575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94652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54073">
            <a:extLst>
              <a:ext uri="{FF2B5EF4-FFF2-40B4-BE49-F238E27FC236}">
                <a16:creationId xmlns:a16="http://schemas.microsoft.com/office/drawing/2014/main" id="{5C8763DC-4D21-B392-D1F4-B3F737D165CF}"/>
              </a:ext>
            </a:extLst>
          </p:cNvPr>
          <p:cNvGrpSpPr/>
          <p:nvPr userDrawn="1"/>
        </p:nvGrpSpPr>
        <p:grpSpPr>
          <a:xfrm>
            <a:off x="4715758" y="4892202"/>
            <a:ext cx="2760486" cy="1965799"/>
            <a:chOff x="0" y="0"/>
            <a:chExt cx="3926022" cy="2795801"/>
          </a:xfrm>
        </p:grpSpPr>
        <p:grpSp>
          <p:nvGrpSpPr>
            <p:cNvPr id="4" name="Group 54064">
              <a:extLst>
                <a:ext uri="{FF2B5EF4-FFF2-40B4-BE49-F238E27FC236}">
                  <a16:creationId xmlns:a16="http://schemas.microsoft.com/office/drawing/2014/main" id="{2601832B-AAD2-9641-5DBA-0577826F9004}"/>
                </a:ext>
              </a:extLst>
            </p:cNvPr>
            <p:cNvGrpSpPr/>
            <p:nvPr/>
          </p:nvGrpSpPr>
          <p:grpSpPr>
            <a:xfrm>
              <a:off x="0" y="0"/>
              <a:ext cx="1233710" cy="2795802"/>
              <a:chOff x="0" y="0"/>
              <a:chExt cx="1233709" cy="2795801"/>
            </a:xfrm>
          </p:grpSpPr>
          <p:grpSp>
            <p:nvGrpSpPr>
              <p:cNvPr id="16" name="Group 54060">
                <a:extLst>
                  <a:ext uri="{FF2B5EF4-FFF2-40B4-BE49-F238E27FC236}">
                    <a16:creationId xmlns:a16="http://schemas.microsoft.com/office/drawing/2014/main" id="{41D64A00-F58A-0B36-10EE-C361341AFB15}"/>
                  </a:ext>
                </a:extLst>
              </p:cNvPr>
              <p:cNvGrpSpPr/>
              <p:nvPr/>
            </p:nvGrpSpPr>
            <p:grpSpPr>
              <a:xfrm>
                <a:off x="132610" y="0"/>
                <a:ext cx="981299" cy="1900107"/>
                <a:chOff x="0" y="0"/>
                <a:chExt cx="981297" cy="1900106"/>
              </a:xfrm>
            </p:grpSpPr>
            <p:sp>
              <p:nvSpPr>
                <p:cNvPr id="20" name="Shape 54057">
                  <a:extLst>
                    <a:ext uri="{FF2B5EF4-FFF2-40B4-BE49-F238E27FC236}">
                      <a16:creationId xmlns:a16="http://schemas.microsoft.com/office/drawing/2014/main" id="{AFF96944-7F3C-E0F0-E9BB-F5A00AF4D3E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81298" cy="190010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08" h="18982" extrusionOk="0">
                      <a:moveTo>
                        <a:pt x="4976" y="17957"/>
                      </a:moveTo>
                      <a:cubicBezTo>
                        <a:pt x="4976" y="17957"/>
                        <a:pt x="-1056" y="11664"/>
                        <a:pt x="163" y="7585"/>
                      </a:cubicBezTo>
                      <a:cubicBezTo>
                        <a:pt x="1380" y="3505"/>
                        <a:pt x="2357" y="627"/>
                        <a:pt x="7345" y="64"/>
                      </a:cubicBezTo>
                      <a:cubicBezTo>
                        <a:pt x="12334" y="-498"/>
                        <a:pt x="14987" y="2777"/>
                        <a:pt x="16154" y="4143"/>
                      </a:cubicBezTo>
                      <a:cubicBezTo>
                        <a:pt x="17321" y="5510"/>
                        <a:pt x="20544" y="11646"/>
                        <a:pt x="19797" y="16374"/>
                      </a:cubicBezTo>
                      <a:cubicBezTo>
                        <a:pt x="19051" y="21102"/>
                        <a:pt x="4976" y="17957"/>
                        <a:pt x="4976" y="1795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21" name="Shape 54058">
                  <a:extLst>
                    <a:ext uri="{FF2B5EF4-FFF2-40B4-BE49-F238E27FC236}">
                      <a16:creationId xmlns:a16="http://schemas.microsoft.com/office/drawing/2014/main" id="{A184D7C7-C0EC-26FA-2D83-645FE15A6929}"/>
                    </a:ext>
                  </a:extLst>
                </p:cNvPr>
                <p:cNvSpPr/>
                <p:nvPr/>
              </p:nvSpPr>
              <p:spPr>
                <a:xfrm>
                  <a:off x="44203" y="66305"/>
                  <a:ext cx="915497" cy="17726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09" h="18982" extrusionOk="0">
                      <a:moveTo>
                        <a:pt x="4976" y="17957"/>
                      </a:moveTo>
                      <a:cubicBezTo>
                        <a:pt x="4976" y="17957"/>
                        <a:pt x="-1056" y="11664"/>
                        <a:pt x="162" y="7584"/>
                      </a:cubicBezTo>
                      <a:cubicBezTo>
                        <a:pt x="1380" y="3505"/>
                        <a:pt x="2357" y="626"/>
                        <a:pt x="7345" y="64"/>
                      </a:cubicBezTo>
                      <a:cubicBezTo>
                        <a:pt x="12333" y="-498"/>
                        <a:pt x="14986" y="2777"/>
                        <a:pt x="16154" y="4144"/>
                      </a:cubicBezTo>
                      <a:cubicBezTo>
                        <a:pt x="17321" y="5510"/>
                        <a:pt x="20544" y="11647"/>
                        <a:pt x="19797" y="16374"/>
                      </a:cubicBezTo>
                      <a:cubicBezTo>
                        <a:pt x="19051" y="21102"/>
                        <a:pt x="4976" y="17957"/>
                        <a:pt x="4976" y="17957"/>
                      </a:cubicBez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22" name="Shape 54059">
                  <a:extLst>
                    <a:ext uri="{FF2B5EF4-FFF2-40B4-BE49-F238E27FC236}">
                      <a16:creationId xmlns:a16="http://schemas.microsoft.com/office/drawing/2014/main" id="{FECF685E-08C0-C318-7472-87F6F6C51D11}"/>
                    </a:ext>
                  </a:extLst>
                </p:cNvPr>
                <p:cNvSpPr/>
                <p:nvPr/>
              </p:nvSpPr>
              <p:spPr>
                <a:xfrm>
                  <a:off x="309424" y="740408"/>
                  <a:ext cx="420308" cy="5144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21" h="21505" extrusionOk="0">
                      <a:moveTo>
                        <a:pt x="5073" y="11772"/>
                      </a:moveTo>
                      <a:lnTo>
                        <a:pt x="9784" y="7488"/>
                      </a:lnTo>
                      <a:lnTo>
                        <a:pt x="16246" y="9733"/>
                      </a:lnTo>
                      <a:lnTo>
                        <a:pt x="11537" y="14017"/>
                      </a:lnTo>
                      <a:cubicBezTo>
                        <a:pt x="11537" y="14017"/>
                        <a:pt x="5073" y="11772"/>
                        <a:pt x="5073" y="11772"/>
                      </a:cubicBezTo>
                      <a:close/>
                      <a:moveTo>
                        <a:pt x="20689" y="17198"/>
                      </a:moveTo>
                      <a:lnTo>
                        <a:pt x="13552" y="14718"/>
                      </a:lnTo>
                      <a:lnTo>
                        <a:pt x="18753" y="9987"/>
                      </a:lnTo>
                      <a:cubicBezTo>
                        <a:pt x="18816" y="9929"/>
                        <a:pt x="18851" y="9859"/>
                        <a:pt x="18893" y="9793"/>
                      </a:cubicBezTo>
                      <a:cubicBezTo>
                        <a:pt x="18905" y="9774"/>
                        <a:pt x="18930" y="9766"/>
                        <a:pt x="18940" y="9746"/>
                      </a:cubicBezTo>
                      <a:cubicBezTo>
                        <a:pt x="18945" y="9736"/>
                        <a:pt x="18943" y="9726"/>
                        <a:pt x="18947" y="9718"/>
                      </a:cubicBezTo>
                      <a:cubicBezTo>
                        <a:pt x="18972" y="9663"/>
                        <a:pt x="18977" y="9608"/>
                        <a:pt x="18988" y="9552"/>
                      </a:cubicBezTo>
                      <a:cubicBezTo>
                        <a:pt x="18999" y="9497"/>
                        <a:pt x="19018" y="9446"/>
                        <a:pt x="19016" y="9392"/>
                      </a:cubicBezTo>
                      <a:cubicBezTo>
                        <a:pt x="19014" y="9343"/>
                        <a:pt x="18994" y="9296"/>
                        <a:pt x="18982" y="9246"/>
                      </a:cubicBezTo>
                      <a:cubicBezTo>
                        <a:pt x="18966" y="9190"/>
                        <a:pt x="18959" y="9130"/>
                        <a:pt x="18930" y="9077"/>
                      </a:cubicBezTo>
                      <a:cubicBezTo>
                        <a:pt x="18909" y="9037"/>
                        <a:pt x="18872" y="9004"/>
                        <a:pt x="18844" y="8967"/>
                      </a:cubicBezTo>
                      <a:cubicBezTo>
                        <a:pt x="18799" y="8909"/>
                        <a:pt x="18758" y="8853"/>
                        <a:pt x="18699" y="8805"/>
                      </a:cubicBezTo>
                      <a:cubicBezTo>
                        <a:pt x="18692" y="8800"/>
                        <a:pt x="18688" y="8792"/>
                        <a:pt x="18681" y="8787"/>
                      </a:cubicBezTo>
                      <a:cubicBezTo>
                        <a:pt x="18641" y="8756"/>
                        <a:pt x="18592" y="8745"/>
                        <a:pt x="18549" y="8722"/>
                      </a:cubicBezTo>
                      <a:cubicBezTo>
                        <a:pt x="18495" y="8692"/>
                        <a:pt x="18452" y="8653"/>
                        <a:pt x="18390" y="8632"/>
                      </a:cubicBezTo>
                      <a:lnTo>
                        <a:pt x="11253" y="6151"/>
                      </a:lnTo>
                      <a:lnTo>
                        <a:pt x="16454" y="1421"/>
                      </a:lnTo>
                      <a:cubicBezTo>
                        <a:pt x="16837" y="1073"/>
                        <a:pt x="16805" y="534"/>
                        <a:pt x="16383" y="220"/>
                      </a:cubicBezTo>
                      <a:cubicBezTo>
                        <a:pt x="15961" y="-95"/>
                        <a:pt x="15308" y="-68"/>
                        <a:pt x="14925" y="279"/>
                      </a:cubicBezTo>
                      <a:lnTo>
                        <a:pt x="9237" y="5451"/>
                      </a:lnTo>
                      <a:lnTo>
                        <a:pt x="1433" y="2739"/>
                      </a:lnTo>
                      <a:cubicBezTo>
                        <a:pt x="911" y="2562"/>
                        <a:pt x="302" y="2759"/>
                        <a:pt x="81" y="3192"/>
                      </a:cubicBezTo>
                      <a:cubicBezTo>
                        <a:pt x="-140" y="3626"/>
                        <a:pt x="106" y="4124"/>
                        <a:pt x="631" y="4307"/>
                      </a:cubicBezTo>
                      <a:lnTo>
                        <a:pt x="7768" y="6788"/>
                      </a:lnTo>
                      <a:lnTo>
                        <a:pt x="2567" y="11518"/>
                      </a:lnTo>
                      <a:cubicBezTo>
                        <a:pt x="2528" y="11554"/>
                        <a:pt x="2512" y="11598"/>
                        <a:pt x="2481" y="11637"/>
                      </a:cubicBezTo>
                      <a:cubicBezTo>
                        <a:pt x="2448" y="11679"/>
                        <a:pt x="2405" y="11712"/>
                        <a:pt x="2381" y="11759"/>
                      </a:cubicBezTo>
                      <a:cubicBezTo>
                        <a:pt x="2377" y="11767"/>
                        <a:pt x="2379" y="11777"/>
                        <a:pt x="2375" y="11785"/>
                      </a:cubicBezTo>
                      <a:cubicBezTo>
                        <a:pt x="2346" y="11845"/>
                        <a:pt x="2340" y="11906"/>
                        <a:pt x="2329" y="11968"/>
                      </a:cubicBezTo>
                      <a:cubicBezTo>
                        <a:pt x="2321" y="12016"/>
                        <a:pt x="2303" y="12062"/>
                        <a:pt x="2305" y="12111"/>
                      </a:cubicBezTo>
                      <a:cubicBezTo>
                        <a:pt x="2306" y="12167"/>
                        <a:pt x="2328" y="12218"/>
                        <a:pt x="2344" y="12275"/>
                      </a:cubicBezTo>
                      <a:cubicBezTo>
                        <a:pt x="2357" y="12327"/>
                        <a:pt x="2363" y="12378"/>
                        <a:pt x="2390" y="12426"/>
                      </a:cubicBezTo>
                      <a:cubicBezTo>
                        <a:pt x="2412" y="12471"/>
                        <a:pt x="2452" y="12507"/>
                        <a:pt x="2485" y="12547"/>
                      </a:cubicBezTo>
                      <a:cubicBezTo>
                        <a:pt x="2528" y="12600"/>
                        <a:pt x="2565" y="12653"/>
                        <a:pt x="2621" y="12698"/>
                      </a:cubicBezTo>
                      <a:cubicBezTo>
                        <a:pt x="2628" y="12705"/>
                        <a:pt x="2631" y="12713"/>
                        <a:pt x="2639" y="12718"/>
                      </a:cubicBezTo>
                      <a:cubicBezTo>
                        <a:pt x="2691" y="12758"/>
                        <a:pt x="2754" y="12778"/>
                        <a:pt x="2814" y="12806"/>
                      </a:cubicBezTo>
                      <a:cubicBezTo>
                        <a:pt x="2855" y="12828"/>
                        <a:pt x="2886" y="12856"/>
                        <a:pt x="2931" y="12872"/>
                      </a:cubicBezTo>
                      <a:lnTo>
                        <a:pt x="10068" y="15353"/>
                      </a:lnTo>
                      <a:lnTo>
                        <a:pt x="4867" y="20083"/>
                      </a:lnTo>
                      <a:cubicBezTo>
                        <a:pt x="4484" y="20433"/>
                        <a:pt x="4516" y="20970"/>
                        <a:pt x="4939" y="21284"/>
                      </a:cubicBezTo>
                      <a:cubicBezTo>
                        <a:pt x="5136" y="21432"/>
                        <a:pt x="5384" y="21505"/>
                        <a:pt x="5632" y="21505"/>
                      </a:cubicBezTo>
                      <a:cubicBezTo>
                        <a:pt x="5913" y="21505"/>
                        <a:pt x="6193" y="21410"/>
                        <a:pt x="6396" y="21226"/>
                      </a:cubicBezTo>
                      <a:lnTo>
                        <a:pt x="12083" y="16054"/>
                      </a:lnTo>
                      <a:lnTo>
                        <a:pt x="19887" y="18765"/>
                      </a:lnTo>
                      <a:cubicBezTo>
                        <a:pt x="20018" y="18810"/>
                        <a:pt x="20154" y="18832"/>
                        <a:pt x="20288" y="18832"/>
                      </a:cubicBezTo>
                      <a:cubicBezTo>
                        <a:pt x="20690" y="18832"/>
                        <a:pt x="21073" y="18638"/>
                        <a:pt x="21239" y="18312"/>
                      </a:cubicBezTo>
                      <a:cubicBezTo>
                        <a:pt x="21460" y="17879"/>
                        <a:pt x="21214" y="17381"/>
                        <a:pt x="20689" y="17198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</p:grpSp>
          <p:grpSp>
            <p:nvGrpSpPr>
              <p:cNvPr id="17" name="Group 54063">
                <a:extLst>
                  <a:ext uri="{FF2B5EF4-FFF2-40B4-BE49-F238E27FC236}">
                    <a16:creationId xmlns:a16="http://schemas.microsoft.com/office/drawing/2014/main" id="{E0735E0A-2DF4-1E06-3257-3EAA07F15428}"/>
                  </a:ext>
                </a:extLst>
              </p:cNvPr>
              <p:cNvGrpSpPr/>
              <p:nvPr/>
            </p:nvGrpSpPr>
            <p:grpSpPr>
              <a:xfrm>
                <a:off x="0" y="1337154"/>
                <a:ext cx="1233710" cy="1458648"/>
                <a:chOff x="0" y="0"/>
                <a:chExt cx="1233709" cy="1458646"/>
              </a:xfrm>
            </p:grpSpPr>
            <p:sp>
              <p:nvSpPr>
                <p:cNvPr id="18" name="Shape 54061">
                  <a:extLst>
                    <a:ext uri="{FF2B5EF4-FFF2-40B4-BE49-F238E27FC236}">
                      <a16:creationId xmlns:a16="http://schemas.microsoft.com/office/drawing/2014/main" id="{C9F480C1-6DD2-325F-C12F-F6709DCAF6B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33710" cy="14586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072" extrusionOk="0">
                      <a:moveTo>
                        <a:pt x="0" y="21072"/>
                      </a:moveTo>
                      <a:lnTo>
                        <a:pt x="6527" y="2621"/>
                      </a:lnTo>
                      <a:cubicBezTo>
                        <a:pt x="6527" y="2621"/>
                        <a:pt x="7278" y="565"/>
                        <a:pt x="10838" y="76"/>
                      </a:cubicBezTo>
                      <a:cubicBezTo>
                        <a:pt x="15228" y="-528"/>
                        <a:pt x="19583" y="2523"/>
                        <a:pt x="20413" y="8399"/>
                      </a:cubicBezTo>
                      <a:cubicBezTo>
                        <a:pt x="21244" y="14274"/>
                        <a:pt x="21600" y="21072"/>
                        <a:pt x="21600" y="21072"/>
                      </a:cubicBezTo>
                      <a:cubicBezTo>
                        <a:pt x="21600" y="21072"/>
                        <a:pt x="0" y="21072"/>
                        <a:pt x="0" y="2107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19" name="Shape 54062">
                  <a:extLst>
                    <a:ext uri="{FF2B5EF4-FFF2-40B4-BE49-F238E27FC236}">
                      <a16:creationId xmlns:a16="http://schemas.microsoft.com/office/drawing/2014/main" id="{345EA04A-562F-3DBA-1957-EEA26E9061C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95962" cy="14580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591" extrusionOk="0">
                      <a:moveTo>
                        <a:pt x="18385" y="21591"/>
                      </a:moveTo>
                      <a:lnTo>
                        <a:pt x="21600" y="4"/>
                      </a:lnTo>
                      <a:cubicBezTo>
                        <a:pt x="20798" y="-9"/>
                        <a:pt x="19998" y="5"/>
                        <a:pt x="19212" y="68"/>
                      </a:cubicBezTo>
                      <a:cubicBezTo>
                        <a:pt x="12901" y="569"/>
                        <a:pt x="11571" y="2677"/>
                        <a:pt x="11571" y="2677"/>
                      </a:cubicBezTo>
                      <a:lnTo>
                        <a:pt x="0" y="21591"/>
                      </a:lnTo>
                      <a:cubicBezTo>
                        <a:pt x="0" y="21591"/>
                        <a:pt x="18385" y="21591"/>
                        <a:pt x="18385" y="21591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</p:grpSp>
        </p:grpSp>
        <p:grpSp>
          <p:nvGrpSpPr>
            <p:cNvPr id="5" name="Group 54072">
              <a:extLst>
                <a:ext uri="{FF2B5EF4-FFF2-40B4-BE49-F238E27FC236}">
                  <a16:creationId xmlns:a16="http://schemas.microsoft.com/office/drawing/2014/main" id="{23FC1CA3-4404-2FA0-D129-F7E611968604}"/>
                </a:ext>
              </a:extLst>
            </p:cNvPr>
            <p:cNvGrpSpPr/>
            <p:nvPr/>
          </p:nvGrpSpPr>
          <p:grpSpPr>
            <a:xfrm>
              <a:off x="2688573" y="0"/>
              <a:ext cx="1237450" cy="2795802"/>
              <a:chOff x="0" y="0"/>
              <a:chExt cx="1237448" cy="2795801"/>
            </a:xfrm>
          </p:grpSpPr>
          <p:grpSp>
            <p:nvGrpSpPr>
              <p:cNvPr id="6" name="Group 54068">
                <a:extLst>
                  <a:ext uri="{FF2B5EF4-FFF2-40B4-BE49-F238E27FC236}">
                    <a16:creationId xmlns:a16="http://schemas.microsoft.com/office/drawing/2014/main" id="{83AF344E-C3EF-FA85-A994-97FCCD076B92}"/>
                  </a:ext>
                </a:extLst>
              </p:cNvPr>
              <p:cNvGrpSpPr/>
              <p:nvPr/>
            </p:nvGrpSpPr>
            <p:grpSpPr>
              <a:xfrm>
                <a:off x="121560" y="0"/>
                <a:ext cx="981280" cy="1900107"/>
                <a:chOff x="0" y="0"/>
                <a:chExt cx="981279" cy="1900106"/>
              </a:xfrm>
            </p:grpSpPr>
            <p:sp>
              <p:nvSpPr>
                <p:cNvPr id="13" name="Shape 54065">
                  <a:extLst>
                    <a:ext uri="{FF2B5EF4-FFF2-40B4-BE49-F238E27FC236}">
                      <a16:creationId xmlns:a16="http://schemas.microsoft.com/office/drawing/2014/main" id="{D150AABB-62BC-F79B-B620-E95904B29DF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81280" cy="190010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08" h="18982" extrusionOk="0">
                      <a:moveTo>
                        <a:pt x="14932" y="17957"/>
                      </a:moveTo>
                      <a:cubicBezTo>
                        <a:pt x="14932" y="17957"/>
                        <a:pt x="20964" y="11664"/>
                        <a:pt x="19746" y="7585"/>
                      </a:cubicBezTo>
                      <a:cubicBezTo>
                        <a:pt x="18528" y="3505"/>
                        <a:pt x="17550" y="627"/>
                        <a:pt x="12562" y="64"/>
                      </a:cubicBezTo>
                      <a:cubicBezTo>
                        <a:pt x="7574" y="-498"/>
                        <a:pt x="4922" y="2777"/>
                        <a:pt x="3754" y="4143"/>
                      </a:cubicBezTo>
                      <a:cubicBezTo>
                        <a:pt x="2586" y="5510"/>
                        <a:pt x="-636" y="11646"/>
                        <a:pt x="111" y="16374"/>
                      </a:cubicBezTo>
                      <a:cubicBezTo>
                        <a:pt x="857" y="21102"/>
                        <a:pt x="14932" y="17957"/>
                        <a:pt x="14932" y="1795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14" name="Shape 54066">
                  <a:extLst>
                    <a:ext uri="{FF2B5EF4-FFF2-40B4-BE49-F238E27FC236}">
                      <a16:creationId xmlns:a16="http://schemas.microsoft.com/office/drawing/2014/main" id="{BF89A8FF-BF18-9086-CF1B-6442769D100C}"/>
                    </a:ext>
                  </a:extLst>
                </p:cNvPr>
                <p:cNvSpPr/>
                <p:nvPr/>
              </p:nvSpPr>
              <p:spPr>
                <a:xfrm>
                  <a:off x="22101" y="66305"/>
                  <a:ext cx="915510" cy="17726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08" h="18982" extrusionOk="0">
                      <a:moveTo>
                        <a:pt x="14932" y="17957"/>
                      </a:moveTo>
                      <a:cubicBezTo>
                        <a:pt x="14932" y="17957"/>
                        <a:pt x="20964" y="11664"/>
                        <a:pt x="19746" y="7584"/>
                      </a:cubicBezTo>
                      <a:cubicBezTo>
                        <a:pt x="18528" y="3505"/>
                        <a:pt x="17551" y="626"/>
                        <a:pt x="12563" y="64"/>
                      </a:cubicBezTo>
                      <a:cubicBezTo>
                        <a:pt x="7574" y="-498"/>
                        <a:pt x="4922" y="2777"/>
                        <a:pt x="3755" y="4144"/>
                      </a:cubicBezTo>
                      <a:cubicBezTo>
                        <a:pt x="2587" y="5510"/>
                        <a:pt x="-636" y="11647"/>
                        <a:pt x="111" y="16374"/>
                      </a:cubicBezTo>
                      <a:cubicBezTo>
                        <a:pt x="857" y="21102"/>
                        <a:pt x="14932" y="17957"/>
                        <a:pt x="14932" y="17957"/>
                      </a:cubicBez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15" name="Shape 54067">
                  <a:extLst>
                    <a:ext uri="{FF2B5EF4-FFF2-40B4-BE49-F238E27FC236}">
                      <a16:creationId xmlns:a16="http://schemas.microsoft.com/office/drawing/2014/main" id="{0DB70736-1A3B-73B1-9167-8B1D420CDD65}"/>
                    </a:ext>
                  </a:extLst>
                </p:cNvPr>
                <p:cNvSpPr/>
                <p:nvPr/>
              </p:nvSpPr>
              <p:spPr>
                <a:xfrm>
                  <a:off x="243119" y="740408"/>
                  <a:ext cx="420323" cy="5144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21" h="21505" extrusionOk="0">
                      <a:moveTo>
                        <a:pt x="9783" y="14017"/>
                      </a:moveTo>
                      <a:lnTo>
                        <a:pt x="5074" y="9733"/>
                      </a:lnTo>
                      <a:lnTo>
                        <a:pt x="11536" y="7488"/>
                      </a:lnTo>
                      <a:lnTo>
                        <a:pt x="16247" y="11772"/>
                      </a:lnTo>
                      <a:cubicBezTo>
                        <a:pt x="16247" y="11772"/>
                        <a:pt x="9783" y="14017"/>
                        <a:pt x="9783" y="14017"/>
                      </a:cubicBezTo>
                      <a:close/>
                      <a:moveTo>
                        <a:pt x="81" y="18312"/>
                      </a:moveTo>
                      <a:cubicBezTo>
                        <a:pt x="248" y="18638"/>
                        <a:pt x="631" y="18832"/>
                        <a:pt x="1031" y="18832"/>
                      </a:cubicBezTo>
                      <a:cubicBezTo>
                        <a:pt x="1167" y="18832"/>
                        <a:pt x="1302" y="18810"/>
                        <a:pt x="1434" y="18765"/>
                      </a:cubicBezTo>
                      <a:lnTo>
                        <a:pt x="9238" y="16054"/>
                      </a:lnTo>
                      <a:lnTo>
                        <a:pt x="14925" y="21226"/>
                      </a:lnTo>
                      <a:cubicBezTo>
                        <a:pt x="15127" y="21410"/>
                        <a:pt x="15409" y="21505"/>
                        <a:pt x="15689" y="21505"/>
                      </a:cubicBezTo>
                      <a:cubicBezTo>
                        <a:pt x="15936" y="21505"/>
                        <a:pt x="16184" y="21432"/>
                        <a:pt x="16382" y="21284"/>
                      </a:cubicBezTo>
                      <a:cubicBezTo>
                        <a:pt x="16803" y="20970"/>
                        <a:pt x="16835" y="20433"/>
                        <a:pt x="16453" y="20083"/>
                      </a:cubicBezTo>
                      <a:lnTo>
                        <a:pt x="11253" y="15353"/>
                      </a:lnTo>
                      <a:lnTo>
                        <a:pt x="18391" y="12872"/>
                      </a:lnTo>
                      <a:cubicBezTo>
                        <a:pt x="18435" y="12856"/>
                        <a:pt x="18466" y="12828"/>
                        <a:pt x="18508" y="12806"/>
                      </a:cubicBezTo>
                      <a:cubicBezTo>
                        <a:pt x="18566" y="12778"/>
                        <a:pt x="18629" y="12758"/>
                        <a:pt x="18681" y="12718"/>
                      </a:cubicBezTo>
                      <a:cubicBezTo>
                        <a:pt x="18689" y="12713"/>
                        <a:pt x="18693" y="12705"/>
                        <a:pt x="18701" y="12698"/>
                      </a:cubicBezTo>
                      <a:cubicBezTo>
                        <a:pt x="18756" y="12653"/>
                        <a:pt x="18793" y="12600"/>
                        <a:pt x="18834" y="12547"/>
                      </a:cubicBezTo>
                      <a:cubicBezTo>
                        <a:pt x="18868" y="12507"/>
                        <a:pt x="18908" y="12471"/>
                        <a:pt x="18931" y="12426"/>
                      </a:cubicBezTo>
                      <a:cubicBezTo>
                        <a:pt x="18957" y="12378"/>
                        <a:pt x="18963" y="12327"/>
                        <a:pt x="18977" y="12275"/>
                      </a:cubicBezTo>
                      <a:cubicBezTo>
                        <a:pt x="18991" y="12218"/>
                        <a:pt x="19015" y="12167"/>
                        <a:pt x="19015" y="12111"/>
                      </a:cubicBezTo>
                      <a:cubicBezTo>
                        <a:pt x="19017" y="12062"/>
                        <a:pt x="18999" y="12016"/>
                        <a:pt x="18991" y="11968"/>
                      </a:cubicBezTo>
                      <a:cubicBezTo>
                        <a:pt x="18979" y="11906"/>
                        <a:pt x="18975" y="11845"/>
                        <a:pt x="18947" y="11785"/>
                      </a:cubicBezTo>
                      <a:cubicBezTo>
                        <a:pt x="18943" y="11777"/>
                        <a:pt x="18943" y="11767"/>
                        <a:pt x="18938" y="11759"/>
                      </a:cubicBezTo>
                      <a:cubicBezTo>
                        <a:pt x="18914" y="11712"/>
                        <a:pt x="18872" y="11679"/>
                        <a:pt x="18840" y="11637"/>
                      </a:cubicBezTo>
                      <a:cubicBezTo>
                        <a:pt x="18810" y="11598"/>
                        <a:pt x="18793" y="11554"/>
                        <a:pt x="18753" y="11518"/>
                      </a:cubicBezTo>
                      <a:lnTo>
                        <a:pt x="13551" y="6788"/>
                      </a:lnTo>
                      <a:lnTo>
                        <a:pt x="20690" y="4307"/>
                      </a:lnTo>
                      <a:cubicBezTo>
                        <a:pt x="21215" y="4124"/>
                        <a:pt x="21461" y="3626"/>
                        <a:pt x="21240" y="3192"/>
                      </a:cubicBezTo>
                      <a:cubicBezTo>
                        <a:pt x="21018" y="2759"/>
                        <a:pt x="20409" y="2562"/>
                        <a:pt x="19888" y="2739"/>
                      </a:cubicBezTo>
                      <a:lnTo>
                        <a:pt x="12085" y="5451"/>
                      </a:lnTo>
                      <a:lnTo>
                        <a:pt x="6395" y="279"/>
                      </a:lnTo>
                      <a:cubicBezTo>
                        <a:pt x="6012" y="-68"/>
                        <a:pt x="5359" y="-95"/>
                        <a:pt x="4938" y="220"/>
                      </a:cubicBezTo>
                      <a:cubicBezTo>
                        <a:pt x="4517" y="534"/>
                        <a:pt x="4485" y="1073"/>
                        <a:pt x="4868" y="1421"/>
                      </a:cubicBezTo>
                      <a:lnTo>
                        <a:pt x="10068" y="6151"/>
                      </a:lnTo>
                      <a:lnTo>
                        <a:pt x="2930" y="8632"/>
                      </a:lnTo>
                      <a:cubicBezTo>
                        <a:pt x="2869" y="8653"/>
                        <a:pt x="2825" y="8692"/>
                        <a:pt x="2772" y="8722"/>
                      </a:cubicBezTo>
                      <a:cubicBezTo>
                        <a:pt x="2728" y="8745"/>
                        <a:pt x="2680" y="8756"/>
                        <a:pt x="2640" y="8787"/>
                      </a:cubicBezTo>
                      <a:cubicBezTo>
                        <a:pt x="2631" y="8792"/>
                        <a:pt x="2629" y="8800"/>
                        <a:pt x="2623" y="8805"/>
                      </a:cubicBezTo>
                      <a:cubicBezTo>
                        <a:pt x="2563" y="8853"/>
                        <a:pt x="2523" y="8909"/>
                        <a:pt x="2478" y="8967"/>
                      </a:cubicBezTo>
                      <a:cubicBezTo>
                        <a:pt x="2450" y="9004"/>
                        <a:pt x="2412" y="9037"/>
                        <a:pt x="2390" y="9077"/>
                      </a:cubicBezTo>
                      <a:cubicBezTo>
                        <a:pt x="2362" y="9130"/>
                        <a:pt x="2353" y="9190"/>
                        <a:pt x="2339" y="9246"/>
                      </a:cubicBezTo>
                      <a:cubicBezTo>
                        <a:pt x="2327" y="9296"/>
                        <a:pt x="2307" y="9343"/>
                        <a:pt x="2305" y="9392"/>
                      </a:cubicBezTo>
                      <a:cubicBezTo>
                        <a:pt x="2303" y="9446"/>
                        <a:pt x="2321" y="9497"/>
                        <a:pt x="2333" y="9552"/>
                      </a:cubicBezTo>
                      <a:cubicBezTo>
                        <a:pt x="2345" y="9608"/>
                        <a:pt x="2350" y="9663"/>
                        <a:pt x="2374" y="9718"/>
                      </a:cubicBezTo>
                      <a:cubicBezTo>
                        <a:pt x="2377" y="9726"/>
                        <a:pt x="2375" y="9736"/>
                        <a:pt x="2381" y="9746"/>
                      </a:cubicBezTo>
                      <a:cubicBezTo>
                        <a:pt x="2390" y="9766"/>
                        <a:pt x="2416" y="9774"/>
                        <a:pt x="2428" y="9793"/>
                      </a:cubicBezTo>
                      <a:cubicBezTo>
                        <a:pt x="2470" y="9859"/>
                        <a:pt x="2504" y="9929"/>
                        <a:pt x="2567" y="9987"/>
                      </a:cubicBezTo>
                      <a:lnTo>
                        <a:pt x="7769" y="14718"/>
                      </a:lnTo>
                      <a:lnTo>
                        <a:pt x="633" y="17198"/>
                      </a:lnTo>
                      <a:cubicBezTo>
                        <a:pt x="107" y="17381"/>
                        <a:pt x="-139" y="17879"/>
                        <a:pt x="81" y="18312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</p:grpSp>
          <p:grpSp>
            <p:nvGrpSpPr>
              <p:cNvPr id="8" name="Group 54071">
                <a:extLst>
                  <a:ext uri="{FF2B5EF4-FFF2-40B4-BE49-F238E27FC236}">
                    <a16:creationId xmlns:a16="http://schemas.microsoft.com/office/drawing/2014/main" id="{93BE78B8-D61C-7FCF-5874-895463D8C09C}"/>
                  </a:ext>
                </a:extLst>
              </p:cNvPr>
              <p:cNvGrpSpPr/>
              <p:nvPr/>
            </p:nvGrpSpPr>
            <p:grpSpPr>
              <a:xfrm>
                <a:off x="-1" y="1337154"/>
                <a:ext cx="1237450" cy="1458648"/>
                <a:chOff x="0" y="0"/>
                <a:chExt cx="1237448" cy="1458646"/>
              </a:xfrm>
            </p:grpSpPr>
            <p:sp>
              <p:nvSpPr>
                <p:cNvPr id="11" name="Shape 54069">
                  <a:extLst>
                    <a:ext uri="{FF2B5EF4-FFF2-40B4-BE49-F238E27FC236}">
                      <a16:creationId xmlns:a16="http://schemas.microsoft.com/office/drawing/2014/main" id="{4178079E-50C1-5F71-76B7-AD91B2E7E0A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33705" cy="14586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072" extrusionOk="0">
                      <a:moveTo>
                        <a:pt x="21600" y="21072"/>
                      </a:moveTo>
                      <a:lnTo>
                        <a:pt x="15072" y="2621"/>
                      </a:lnTo>
                      <a:cubicBezTo>
                        <a:pt x="15072" y="2621"/>
                        <a:pt x="14323" y="565"/>
                        <a:pt x="10762" y="76"/>
                      </a:cubicBezTo>
                      <a:cubicBezTo>
                        <a:pt x="6371" y="-528"/>
                        <a:pt x="2017" y="2523"/>
                        <a:pt x="1186" y="8399"/>
                      </a:cubicBezTo>
                      <a:cubicBezTo>
                        <a:pt x="356" y="14274"/>
                        <a:pt x="0" y="21072"/>
                        <a:pt x="0" y="21072"/>
                      </a:cubicBezTo>
                      <a:cubicBezTo>
                        <a:pt x="0" y="21072"/>
                        <a:pt x="21600" y="21072"/>
                        <a:pt x="21600" y="21072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12" name="Shape 54070">
                  <a:extLst>
                    <a:ext uri="{FF2B5EF4-FFF2-40B4-BE49-F238E27FC236}">
                      <a16:creationId xmlns:a16="http://schemas.microsoft.com/office/drawing/2014/main" id="{6059DF24-4E55-9F46-132A-A945C053B739}"/>
                    </a:ext>
                  </a:extLst>
                </p:cNvPr>
                <p:cNvSpPr/>
                <p:nvPr/>
              </p:nvSpPr>
              <p:spPr>
                <a:xfrm>
                  <a:off x="541492" y="0"/>
                  <a:ext cx="695957" cy="14580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591" extrusionOk="0">
                      <a:moveTo>
                        <a:pt x="3215" y="21591"/>
                      </a:moveTo>
                      <a:lnTo>
                        <a:pt x="0" y="4"/>
                      </a:lnTo>
                      <a:cubicBezTo>
                        <a:pt x="803" y="-9"/>
                        <a:pt x="1601" y="5"/>
                        <a:pt x="2388" y="68"/>
                      </a:cubicBezTo>
                      <a:cubicBezTo>
                        <a:pt x="8699" y="569"/>
                        <a:pt x="10028" y="2677"/>
                        <a:pt x="10028" y="2677"/>
                      </a:cubicBezTo>
                      <a:lnTo>
                        <a:pt x="21600" y="21591"/>
                      </a:lnTo>
                      <a:cubicBezTo>
                        <a:pt x="21600" y="21591"/>
                        <a:pt x="3215" y="21591"/>
                        <a:pt x="3215" y="2159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</p:grpSp>
        </p:grpSp>
      </p:grpSp>
      <p:grpSp>
        <p:nvGrpSpPr>
          <p:cNvPr id="23" name="Group 37">
            <a:extLst>
              <a:ext uri="{FF2B5EF4-FFF2-40B4-BE49-F238E27FC236}">
                <a16:creationId xmlns:a16="http://schemas.microsoft.com/office/drawing/2014/main" id="{5904C8BB-9352-4882-0ED6-FFBCE877FBD0}"/>
              </a:ext>
            </a:extLst>
          </p:cNvPr>
          <p:cNvGrpSpPr/>
          <p:nvPr userDrawn="1"/>
        </p:nvGrpSpPr>
        <p:grpSpPr>
          <a:xfrm>
            <a:off x="4022751" y="2747460"/>
            <a:ext cx="4142183" cy="2760509"/>
            <a:chOff x="8116468" y="4028303"/>
            <a:chExt cx="8284366" cy="5521017"/>
          </a:xfrm>
        </p:grpSpPr>
        <p:sp>
          <p:nvSpPr>
            <p:cNvPr id="24" name="Bent Arrow 35">
              <a:extLst>
                <a:ext uri="{FF2B5EF4-FFF2-40B4-BE49-F238E27FC236}">
                  <a16:creationId xmlns:a16="http://schemas.microsoft.com/office/drawing/2014/main" id="{A8AE032E-25D6-36DD-1F57-DD31171CC9F7}"/>
                </a:ext>
              </a:extLst>
            </p:cNvPr>
            <p:cNvSpPr/>
            <p:nvPr/>
          </p:nvSpPr>
          <p:spPr>
            <a:xfrm flipH="1">
              <a:off x="8116468" y="5413247"/>
              <a:ext cx="4581144" cy="4136073"/>
            </a:xfrm>
            <a:prstGeom prst="bentArrow">
              <a:avLst>
                <a:gd name="adj1" fmla="val 21434"/>
                <a:gd name="adj2" fmla="val 25000"/>
                <a:gd name="adj3" fmla="val 26783"/>
                <a:gd name="adj4" fmla="val 84051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chemeClr val="tx1"/>
                </a:solidFill>
                <a:latin typeface="Lato Light" panose="020F0502020204030203" pitchFamily="34" charset="0"/>
              </a:endParaRPr>
            </a:p>
          </p:txBody>
        </p:sp>
        <p:sp>
          <p:nvSpPr>
            <p:cNvPr id="25" name="Up Arrow 36">
              <a:extLst>
                <a:ext uri="{FF2B5EF4-FFF2-40B4-BE49-F238E27FC236}">
                  <a16:creationId xmlns:a16="http://schemas.microsoft.com/office/drawing/2014/main" id="{49CE77D2-7334-AEC1-1253-C8A4EA8C1820}"/>
                </a:ext>
              </a:extLst>
            </p:cNvPr>
            <p:cNvSpPr/>
            <p:nvPr/>
          </p:nvSpPr>
          <p:spPr>
            <a:xfrm>
              <a:off x="11376754" y="4028303"/>
              <a:ext cx="1719814" cy="5521017"/>
            </a:xfrm>
            <a:prstGeom prst="up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latin typeface="Lato Light" panose="020F0502020204030203" pitchFamily="34" charset="0"/>
              </a:endParaRPr>
            </a:p>
          </p:txBody>
        </p:sp>
        <p:sp>
          <p:nvSpPr>
            <p:cNvPr id="26" name="Bent Arrow 34">
              <a:extLst>
                <a:ext uri="{FF2B5EF4-FFF2-40B4-BE49-F238E27FC236}">
                  <a16:creationId xmlns:a16="http://schemas.microsoft.com/office/drawing/2014/main" id="{2FEFDC0E-4D30-9FE4-942C-9707734CCCDD}"/>
                </a:ext>
              </a:extLst>
            </p:cNvPr>
            <p:cNvSpPr/>
            <p:nvPr/>
          </p:nvSpPr>
          <p:spPr>
            <a:xfrm>
              <a:off x="11816666" y="5413247"/>
              <a:ext cx="4584168" cy="4136073"/>
            </a:xfrm>
            <a:prstGeom prst="bentArrow">
              <a:avLst>
                <a:gd name="adj1" fmla="val 21434"/>
                <a:gd name="adj2" fmla="val 25000"/>
                <a:gd name="adj3" fmla="val 26783"/>
                <a:gd name="adj4" fmla="val 8405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chemeClr val="tx1"/>
                </a:solidFill>
                <a:latin typeface="Lato Light" panose="020F0502020204030203" pitchFamily="34" charset="0"/>
              </a:endParaRPr>
            </a:p>
          </p:txBody>
        </p:sp>
      </p:grpSp>
      <p:sp>
        <p:nvSpPr>
          <p:cNvPr id="27" name="Inhaltsplatzhalter 30">
            <a:extLst>
              <a:ext uri="{FF2B5EF4-FFF2-40B4-BE49-F238E27FC236}">
                <a16:creationId xmlns:a16="http://schemas.microsoft.com/office/drawing/2014/main" id="{8AA3995D-C615-F0DB-4F39-D9A7781D49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1163" y="2555875"/>
            <a:ext cx="3611562" cy="28575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8" name="Inhaltsplatzhalter 30">
            <a:extLst>
              <a:ext uri="{FF2B5EF4-FFF2-40B4-BE49-F238E27FC236}">
                <a16:creationId xmlns:a16="http://schemas.microsoft.com/office/drawing/2014/main" id="{FC2E8D6A-D7BC-B483-E913-5A86ED3A5F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4340" y="1254540"/>
            <a:ext cx="5136476" cy="146960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9" name="Inhaltsplatzhalter 30">
            <a:extLst>
              <a:ext uri="{FF2B5EF4-FFF2-40B4-BE49-F238E27FC236}">
                <a16:creationId xmlns:a16="http://schemas.microsoft.com/office/drawing/2014/main" id="{0CB3FC6F-70A1-F55A-68EB-04655E179A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4890" y="2923889"/>
            <a:ext cx="3611562" cy="28575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4959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ight Arrow 3">
            <a:extLst>
              <a:ext uri="{FF2B5EF4-FFF2-40B4-BE49-F238E27FC236}">
                <a16:creationId xmlns:a16="http://schemas.microsoft.com/office/drawing/2014/main" id="{E645F02F-7C0E-8121-5341-A0688683884B}"/>
              </a:ext>
            </a:extLst>
          </p:cNvPr>
          <p:cNvSpPr/>
          <p:nvPr userDrawn="1"/>
        </p:nvSpPr>
        <p:spPr>
          <a:xfrm>
            <a:off x="7073395" y="1154363"/>
            <a:ext cx="2399869" cy="1676400"/>
          </a:xfrm>
          <a:prstGeom prst="rightArrow">
            <a:avLst>
              <a:gd name="adj1" fmla="val 50000"/>
              <a:gd name="adj2" fmla="val 7272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4" name="Left Arrow 4">
            <a:extLst>
              <a:ext uri="{FF2B5EF4-FFF2-40B4-BE49-F238E27FC236}">
                <a16:creationId xmlns:a16="http://schemas.microsoft.com/office/drawing/2014/main" id="{8601AE19-7D10-529E-5ECB-35A7DF8C3F80}"/>
              </a:ext>
            </a:extLst>
          </p:cNvPr>
          <p:cNvSpPr/>
          <p:nvPr userDrawn="1"/>
        </p:nvSpPr>
        <p:spPr>
          <a:xfrm>
            <a:off x="2290031" y="1154363"/>
            <a:ext cx="2482411" cy="1676400"/>
          </a:xfrm>
          <a:prstGeom prst="leftArrow">
            <a:avLst>
              <a:gd name="adj1" fmla="val 50000"/>
              <a:gd name="adj2" fmla="val 7454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196AC55D-F151-DF0B-2B82-E56BB04C34CB}"/>
              </a:ext>
            </a:extLst>
          </p:cNvPr>
          <p:cNvSpPr txBox="1"/>
          <p:nvPr userDrawn="1"/>
        </p:nvSpPr>
        <p:spPr>
          <a:xfrm>
            <a:off x="7681360" y="1715564"/>
            <a:ext cx="780984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0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GO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56936BBB-138C-330C-D84F-1013B5FBEEF6}"/>
              </a:ext>
            </a:extLst>
          </p:cNvPr>
          <p:cNvSpPr txBox="1"/>
          <p:nvPr userDrawn="1"/>
        </p:nvSpPr>
        <p:spPr>
          <a:xfrm>
            <a:off x="3046863" y="1715564"/>
            <a:ext cx="1454245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NO GO</a:t>
            </a:r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47BF65FA-7FF9-32B9-2F51-9B022C02C32E}"/>
              </a:ext>
            </a:extLst>
          </p:cNvPr>
          <p:cNvSpPr/>
          <p:nvPr userDrawn="1"/>
        </p:nvSpPr>
        <p:spPr>
          <a:xfrm>
            <a:off x="4953275" y="3050510"/>
            <a:ext cx="692718" cy="6927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1" name="Oval 13">
            <a:extLst>
              <a:ext uri="{FF2B5EF4-FFF2-40B4-BE49-F238E27FC236}">
                <a16:creationId xmlns:a16="http://schemas.microsoft.com/office/drawing/2014/main" id="{C972BA19-59D7-A2A3-DA7F-D646222095B0}"/>
              </a:ext>
            </a:extLst>
          </p:cNvPr>
          <p:cNvSpPr/>
          <p:nvPr userDrawn="1"/>
        </p:nvSpPr>
        <p:spPr>
          <a:xfrm>
            <a:off x="6218346" y="3052009"/>
            <a:ext cx="692718" cy="69271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2023E72-FC43-19DF-13BA-DA5E2904A743}"/>
              </a:ext>
            </a:extLst>
          </p:cNvPr>
          <p:cNvSpPr/>
          <p:nvPr userDrawn="1"/>
        </p:nvSpPr>
        <p:spPr>
          <a:xfrm>
            <a:off x="4953275" y="4018893"/>
            <a:ext cx="692718" cy="6927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F3CAF816-BAEF-E740-32A9-AAE57DD9CA6D}"/>
              </a:ext>
            </a:extLst>
          </p:cNvPr>
          <p:cNvSpPr/>
          <p:nvPr userDrawn="1"/>
        </p:nvSpPr>
        <p:spPr>
          <a:xfrm>
            <a:off x="6218346" y="4020392"/>
            <a:ext cx="692718" cy="69271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995F6DC3-BF84-60E5-A4CA-53D442D4AFC7}"/>
              </a:ext>
            </a:extLst>
          </p:cNvPr>
          <p:cNvSpPr/>
          <p:nvPr userDrawn="1"/>
        </p:nvSpPr>
        <p:spPr>
          <a:xfrm>
            <a:off x="4953275" y="4851648"/>
            <a:ext cx="692718" cy="6927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BAB24EA0-4D8A-1367-A361-AD8F2286C500}"/>
              </a:ext>
            </a:extLst>
          </p:cNvPr>
          <p:cNvSpPr/>
          <p:nvPr userDrawn="1"/>
        </p:nvSpPr>
        <p:spPr>
          <a:xfrm>
            <a:off x="6218346" y="4851648"/>
            <a:ext cx="692718" cy="69271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pic>
        <p:nvPicPr>
          <p:cNvPr id="16" name="Grafik 15" descr="Gruppe mit einfarbiger Füllung">
            <a:extLst>
              <a:ext uri="{FF2B5EF4-FFF2-40B4-BE49-F238E27FC236}">
                <a16:creationId xmlns:a16="http://schemas.microsoft.com/office/drawing/2014/main" id="{D0F85B4D-EC74-37DA-9ED2-A103AABC55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5659" y="4964032"/>
            <a:ext cx="467950" cy="467950"/>
          </a:xfrm>
          <a:prstGeom prst="rect">
            <a:avLst/>
          </a:prstGeom>
        </p:spPr>
      </p:pic>
      <p:pic>
        <p:nvPicPr>
          <p:cNvPr id="17" name="Grafik 16" descr="Fliegendes Geld mit einfarbiger Füllung">
            <a:extLst>
              <a:ext uri="{FF2B5EF4-FFF2-40B4-BE49-F238E27FC236}">
                <a16:creationId xmlns:a16="http://schemas.microsoft.com/office/drawing/2014/main" id="{7C975AA2-247C-3E23-FA35-82877659E6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5659" y="4131277"/>
            <a:ext cx="467950" cy="467950"/>
          </a:xfrm>
          <a:prstGeom prst="rect">
            <a:avLst/>
          </a:prstGeom>
        </p:spPr>
      </p:pic>
      <p:pic>
        <p:nvPicPr>
          <p:cNvPr id="18" name="Grafik 17" descr="Cloudcomputing mit einfarbiger Füllung">
            <a:extLst>
              <a:ext uri="{FF2B5EF4-FFF2-40B4-BE49-F238E27FC236}">
                <a16:creationId xmlns:a16="http://schemas.microsoft.com/office/drawing/2014/main" id="{8C4BEB39-DD14-6B14-7820-00BB37EEE0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65659" y="3162894"/>
            <a:ext cx="467950" cy="467950"/>
          </a:xfrm>
          <a:prstGeom prst="rect">
            <a:avLst/>
          </a:prstGeom>
        </p:spPr>
      </p:pic>
      <p:pic>
        <p:nvPicPr>
          <p:cNvPr id="19" name="Grafik 18" descr="Gruppe mit einfarbiger Füllung">
            <a:extLst>
              <a:ext uri="{FF2B5EF4-FFF2-40B4-BE49-F238E27FC236}">
                <a16:creationId xmlns:a16="http://schemas.microsoft.com/office/drawing/2014/main" id="{38146622-76CA-0285-5F36-56C5C62348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538" y="4960924"/>
            <a:ext cx="467950" cy="467950"/>
          </a:xfrm>
          <a:prstGeom prst="rect">
            <a:avLst/>
          </a:prstGeom>
        </p:spPr>
      </p:pic>
      <p:pic>
        <p:nvPicPr>
          <p:cNvPr id="20" name="Grafik 19" descr="Fliegendes Geld mit einfarbiger Füllung">
            <a:extLst>
              <a:ext uri="{FF2B5EF4-FFF2-40B4-BE49-F238E27FC236}">
                <a16:creationId xmlns:a16="http://schemas.microsoft.com/office/drawing/2014/main" id="{87E59343-0CF0-BD9E-6875-F4BA2D1BED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9538" y="4128169"/>
            <a:ext cx="467950" cy="467950"/>
          </a:xfrm>
          <a:prstGeom prst="rect">
            <a:avLst/>
          </a:prstGeom>
        </p:spPr>
      </p:pic>
      <p:pic>
        <p:nvPicPr>
          <p:cNvPr id="21" name="Grafik 20" descr="Cloudcomputing mit einfarbiger Füllung">
            <a:extLst>
              <a:ext uri="{FF2B5EF4-FFF2-40B4-BE49-F238E27FC236}">
                <a16:creationId xmlns:a16="http://schemas.microsoft.com/office/drawing/2014/main" id="{8A58B1A2-6C8B-826A-4D73-98281DC469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9538" y="3159786"/>
            <a:ext cx="467950" cy="467950"/>
          </a:xfrm>
          <a:prstGeom prst="rect">
            <a:avLst/>
          </a:prstGeom>
        </p:spPr>
      </p:pic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F9519DBA-59E0-A8FD-F3F3-5B80E8F7433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442746" y="2946502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3" name="Inhaltsplatzhalter 28">
            <a:extLst>
              <a:ext uri="{FF2B5EF4-FFF2-40B4-BE49-F238E27FC236}">
                <a16:creationId xmlns:a16="http://schemas.microsoft.com/office/drawing/2014/main" id="{7F1A8BA5-3F71-9127-7D5E-88E9287324B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442746" y="3930898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4" name="Inhaltsplatzhalter 28">
            <a:extLst>
              <a:ext uri="{FF2B5EF4-FFF2-40B4-BE49-F238E27FC236}">
                <a16:creationId xmlns:a16="http://schemas.microsoft.com/office/drawing/2014/main" id="{7958B341-3928-6A17-46B0-9166879CF3F9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442746" y="4872980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5" name="Inhaltsplatzhalter 28">
            <a:extLst>
              <a:ext uri="{FF2B5EF4-FFF2-40B4-BE49-F238E27FC236}">
                <a16:creationId xmlns:a16="http://schemas.microsoft.com/office/drawing/2014/main" id="{19DD8B7C-8A82-94DC-E6FA-A054B8D19BBB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032256" y="2946502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6" name="Inhaltsplatzhalter 28">
            <a:extLst>
              <a:ext uri="{FF2B5EF4-FFF2-40B4-BE49-F238E27FC236}">
                <a16:creationId xmlns:a16="http://schemas.microsoft.com/office/drawing/2014/main" id="{9541BBB7-343F-4B43-1E63-483382386ED2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032256" y="3930898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7" name="Inhaltsplatzhalter 28">
            <a:extLst>
              <a:ext uri="{FF2B5EF4-FFF2-40B4-BE49-F238E27FC236}">
                <a16:creationId xmlns:a16="http://schemas.microsoft.com/office/drawing/2014/main" id="{6607A817-DECB-9458-86A0-73509D563A9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7032256" y="4872980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70457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ight Arrow 3">
            <a:extLst>
              <a:ext uri="{FF2B5EF4-FFF2-40B4-BE49-F238E27FC236}">
                <a16:creationId xmlns:a16="http://schemas.microsoft.com/office/drawing/2014/main" id="{5C0EC2B0-FB0B-F95B-5C4D-8E6CBB7BB914}"/>
              </a:ext>
            </a:extLst>
          </p:cNvPr>
          <p:cNvSpPr/>
          <p:nvPr userDrawn="1"/>
        </p:nvSpPr>
        <p:spPr>
          <a:xfrm>
            <a:off x="7073395" y="1154363"/>
            <a:ext cx="2399869" cy="1676400"/>
          </a:xfrm>
          <a:prstGeom prst="rightArrow">
            <a:avLst>
              <a:gd name="adj1" fmla="val 50000"/>
              <a:gd name="adj2" fmla="val 7272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4" name="Left Arrow 4">
            <a:extLst>
              <a:ext uri="{FF2B5EF4-FFF2-40B4-BE49-F238E27FC236}">
                <a16:creationId xmlns:a16="http://schemas.microsoft.com/office/drawing/2014/main" id="{4FF01EF5-E5D9-CA0B-409D-FEC198E40E87}"/>
              </a:ext>
            </a:extLst>
          </p:cNvPr>
          <p:cNvSpPr/>
          <p:nvPr userDrawn="1"/>
        </p:nvSpPr>
        <p:spPr>
          <a:xfrm>
            <a:off x="2290031" y="1154363"/>
            <a:ext cx="2482411" cy="1676400"/>
          </a:xfrm>
          <a:prstGeom prst="leftArrow">
            <a:avLst>
              <a:gd name="adj1" fmla="val 50000"/>
              <a:gd name="adj2" fmla="val 7454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C3C1F9D-842C-EDF4-A408-685ACA1B58C1}"/>
              </a:ext>
            </a:extLst>
          </p:cNvPr>
          <p:cNvSpPr txBox="1"/>
          <p:nvPr userDrawn="1"/>
        </p:nvSpPr>
        <p:spPr>
          <a:xfrm>
            <a:off x="7681360" y="1715564"/>
            <a:ext cx="780984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0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GO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9E378AD-7953-FF3B-0C92-AA4ACB36C52A}"/>
              </a:ext>
            </a:extLst>
          </p:cNvPr>
          <p:cNvSpPr txBox="1"/>
          <p:nvPr userDrawn="1"/>
        </p:nvSpPr>
        <p:spPr>
          <a:xfrm>
            <a:off x="3046863" y="1715564"/>
            <a:ext cx="1454245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NO GO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E611813-44F6-8B47-89AF-7F4E42D1316F}"/>
              </a:ext>
            </a:extLst>
          </p:cNvPr>
          <p:cNvSpPr/>
          <p:nvPr userDrawn="1"/>
        </p:nvSpPr>
        <p:spPr>
          <a:xfrm>
            <a:off x="4953275" y="3050510"/>
            <a:ext cx="692718" cy="6927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1" name="Oval 13">
            <a:extLst>
              <a:ext uri="{FF2B5EF4-FFF2-40B4-BE49-F238E27FC236}">
                <a16:creationId xmlns:a16="http://schemas.microsoft.com/office/drawing/2014/main" id="{59EC284B-93E1-A0EE-512B-8565C30A8A2B}"/>
              </a:ext>
            </a:extLst>
          </p:cNvPr>
          <p:cNvSpPr/>
          <p:nvPr userDrawn="1"/>
        </p:nvSpPr>
        <p:spPr>
          <a:xfrm>
            <a:off x="6218346" y="3052009"/>
            <a:ext cx="692718" cy="69271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7C6DD90-04DE-D9A4-0750-F5A3CD4945A6}"/>
              </a:ext>
            </a:extLst>
          </p:cNvPr>
          <p:cNvSpPr/>
          <p:nvPr userDrawn="1"/>
        </p:nvSpPr>
        <p:spPr>
          <a:xfrm>
            <a:off x="4953275" y="4018893"/>
            <a:ext cx="692718" cy="6927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285F746C-34B2-A67B-66A1-8A6C67859E27}"/>
              </a:ext>
            </a:extLst>
          </p:cNvPr>
          <p:cNvSpPr/>
          <p:nvPr userDrawn="1"/>
        </p:nvSpPr>
        <p:spPr>
          <a:xfrm>
            <a:off x="6218346" y="4020392"/>
            <a:ext cx="692718" cy="69271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206281DC-2A26-BD0C-272C-7423DC77E80E}"/>
              </a:ext>
            </a:extLst>
          </p:cNvPr>
          <p:cNvSpPr/>
          <p:nvPr userDrawn="1"/>
        </p:nvSpPr>
        <p:spPr>
          <a:xfrm>
            <a:off x="4953275" y="4851648"/>
            <a:ext cx="692718" cy="6927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D4ECB506-17B0-DF9D-E6C4-9A99176D27E5}"/>
              </a:ext>
            </a:extLst>
          </p:cNvPr>
          <p:cNvSpPr/>
          <p:nvPr userDrawn="1"/>
        </p:nvSpPr>
        <p:spPr>
          <a:xfrm>
            <a:off x="6218346" y="4851648"/>
            <a:ext cx="692718" cy="69271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pic>
        <p:nvPicPr>
          <p:cNvPr id="16" name="Grafik 15" descr="Gruppe mit einfarbiger Füllung">
            <a:extLst>
              <a:ext uri="{FF2B5EF4-FFF2-40B4-BE49-F238E27FC236}">
                <a16:creationId xmlns:a16="http://schemas.microsoft.com/office/drawing/2014/main" id="{BA0D13C3-3933-8DA6-2D1C-EE8D6411FE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5659" y="4964032"/>
            <a:ext cx="467950" cy="467950"/>
          </a:xfrm>
          <a:prstGeom prst="rect">
            <a:avLst/>
          </a:prstGeom>
        </p:spPr>
      </p:pic>
      <p:pic>
        <p:nvPicPr>
          <p:cNvPr id="17" name="Grafik 16" descr="Fliegendes Geld mit einfarbiger Füllung">
            <a:extLst>
              <a:ext uri="{FF2B5EF4-FFF2-40B4-BE49-F238E27FC236}">
                <a16:creationId xmlns:a16="http://schemas.microsoft.com/office/drawing/2014/main" id="{D1BDCB72-710C-943D-36B8-A7CB6E5979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5659" y="4131277"/>
            <a:ext cx="467950" cy="467950"/>
          </a:xfrm>
          <a:prstGeom prst="rect">
            <a:avLst/>
          </a:prstGeom>
        </p:spPr>
      </p:pic>
      <p:pic>
        <p:nvPicPr>
          <p:cNvPr id="18" name="Grafik 17" descr="Cloudcomputing mit einfarbiger Füllung">
            <a:extLst>
              <a:ext uri="{FF2B5EF4-FFF2-40B4-BE49-F238E27FC236}">
                <a16:creationId xmlns:a16="http://schemas.microsoft.com/office/drawing/2014/main" id="{76775474-6454-F52C-3E5C-634B60B287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65659" y="3162894"/>
            <a:ext cx="467950" cy="467950"/>
          </a:xfrm>
          <a:prstGeom prst="rect">
            <a:avLst/>
          </a:prstGeom>
        </p:spPr>
      </p:pic>
      <p:pic>
        <p:nvPicPr>
          <p:cNvPr id="19" name="Grafik 18" descr="Gruppe mit einfarbiger Füllung">
            <a:extLst>
              <a:ext uri="{FF2B5EF4-FFF2-40B4-BE49-F238E27FC236}">
                <a16:creationId xmlns:a16="http://schemas.microsoft.com/office/drawing/2014/main" id="{C43F26F9-66DE-9845-3044-767C5F638A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538" y="4960924"/>
            <a:ext cx="467950" cy="467950"/>
          </a:xfrm>
          <a:prstGeom prst="rect">
            <a:avLst/>
          </a:prstGeom>
        </p:spPr>
      </p:pic>
      <p:pic>
        <p:nvPicPr>
          <p:cNvPr id="20" name="Grafik 19" descr="Fliegendes Geld mit einfarbiger Füllung">
            <a:extLst>
              <a:ext uri="{FF2B5EF4-FFF2-40B4-BE49-F238E27FC236}">
                <a16:creationId xmlns:a16="http://schemas.microsoft.com/office/drawing/2014/main" id="{CB1FD5AB-E2EC-442D-79C9-06D86AA0F0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9538" y="4128169"/>
            <a:ext cx="467950" cy="467950"/>
          </a:xfrm>
          <a:prstGeom prst="rect">
            <a:avLst/>
          </a:prstGeom>
        </p:spPr>
      </p:pic>
      <p:pic>
        <p:nvPicPr>
          <p:cNvPr id="21" name="Grafik 20" descr="Cloudcomputing mit einfarbiger Füllung">
            <a:extLst>
              <a:ext uri="{FF2B5EF4-FFF2-40B4-BE49-F238E27FC236}">
                <a16:creationId xmlns:a16="http://schemas.microsoft.com/office/drawing/2014/main" id="{F346C15F-A0A2-39CF-66BF-73E683B9B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9538" y="3159786"/>
            <a:ext cx="467950" cy="467950"/>
          </a:xfrm>
          <a:prstGeom prst="rect">
            <a:avLst/>
          </a:prstGeom>
        </p:spPr>
      </p:pic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ED6CAC88-4E77-6CA5-641C-FACDFFDA555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442746" y="2946502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3" name="Inhaltsplatzhalter 28">
            <a:extLst>
              <a:ext uri="{FF2B5EF4-FFF2-40B4-BE49-F238E27FC236}">
                <a16:creationId xmlns:a16="http://schemas.microsoft.com/office/drawing/2014/main" id="{965DC263-3E1B-EAF2-7AD1-A9CF9EFD972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442746" y="3930898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4" name="Inhaltsplatzhalter 28">
            <a:extLst>
              <a:ext uri="{FF2B5EF4-FFF2-40B4-BE49-F238E27FC236}">
                <a16:creationId xmlns:a16="http://schemas.microsoft.com/office/drawing/2014/main" id="{37A826F2-3EF9-A282-713F-6905E7B755D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442746" y="4872980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5" name="Inhaltsplatzhalter 28">
            <a:extLst>
              <a:ext uri="{FF2B5EF4-FFF2-40B4-BE49-F238E27FC236}">
                <a16:creationId xmlns:a16="http://schemas.microsoft.com/office/drawing/2014/main" id="{36AA6DE6-95C9-B10A-3506-3A37E116F86F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032256" y="2946502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6" name="Inhaltsplatzhalter 28">
            <a:extLst>
              <a:ext uri="{FF2B5EF4-FFF2-40B4-BE49-F238E27FC236}">
                <a16:creationId xmlns:a16="http://schemas.microsoft.com/office/drawing/2014/main" id="{EE4A23BE-6DB1-798C-1535-71F8EA9DE6F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032256" y="3930898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7" name="Inhaltsplatzhalter 28">
            <a:extLst>
              <a:ext uri="{FF2B5EF4-FFF2-40B4-BE49-F238E27FC236}">
                <a16:creationId xmlns:a16="http://schemas.microsoft.com/office/drawing/2014/main" id="{5FA741F4-1A56-FF97-8267-FE7C2E3D6EE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7032256" y="4872980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2408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12">
            <a:extLst>
              <a:ext uri="{FF2B5EF4-FFF2-40B4-BE49-F238E27FC236}">
                <a16:creationId xmlns:a16="http://schemas.microsoft.com/office/drawing/2014/main" id="{D84F168E-AF98-5633-0F16-AC58CF1FC30E}"/>
              </a:ext>
            </a:extLst>
          </p:cNvPr>
          <p:cNvGrpSpPr/>
          <p:nvPr userDrawn="1"/>
        </p:nvGrpSpPr>
        <p:grpSpPr>
          <a:xfrm rot="312717">
            <a:off x="625530" y="1921390"/>
            <a:ext cx="4087132" cy="3315438"/>
            <a:chOff x="2820413" y="3539896"/>
            <a:chExt cx="10099728" cy="8192791"/>
          </a:xfrm>
        </p:grpSpPr>
        <p:sp>
          <p:nvSpPr>
            <p:cNvPr id="4" name="Freeform 1">
              <a:extLst>
                <a:ext uri="{FF2B5EF4-FFF2-40B4-BE49-F238E27FC236}">
                  <a16:creationId xmlns:a16="http://schemas.microsoft.com/office/drawing/2014/main" id="{61584B1C-835E-4DA9-4CE9-C99293E5E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2470" y="4051684"/>
              <a:ext cx="7170236" cy="7170234"/>
            </a:xfrm>
            <a:custGeom>
              <a:avLst/>
              <a:gdLst>
                <a:gd name="T0" fmla="*/ 5571 w 11134"/>
                <a:gd name="T1" fmla="*/ 11132 h 11134"/>
                <a:gd name="T2" fmla="*/ 5571 w 11134"/>
                <a:gd name="T3" fmla="*/ 11132 h 11134"/>
                <a:gd name="T4" fmla="*/ 11131 w 11134"/>
                <a:gd name="T5" fmla="*/ 5563 h 11134"/>
                <a:gd name="T6" fmla="*/ 11131 w 11134"/>
                <a:gd name="T7" fmla="*/ 5563 h 11134"/>
                <a:gd name="T8" fmla="*/ 5563 w 11134"/>
                <a:gd name="T9" fmla="*/ 3 h 11134"/>
                <a:gd name="T10" fmla="*/ 5563 w 11134"/>
                <a:gd name="T11" fmla="*/ 3 h 11134"/>
                <a:gd name="T12" fmla="*/ 2 w 11134"/>
                <a:gd name="T13" fmla="*/ 5571 h 11134"/>
                <a:gd name="T14" fmla="*/ 2 w 11134"/>
                <a:gd name="T15" fmla="*/ 5571 h 11134"/>
                <a:gd name="T16" fmla="*/ 5571 w 11134"/>
                <a:gd name="T17" fmla="*/ 11132 h 1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34" h="11134">
                  <a:moveTo>
                    <a:pt x="5571" y="11132"/>
                  </a:moveTo>
                  <a:lnTo>
                    <a:pt x="5571" y="11132"/>
                  </a:lnTo>
                  <a:cubicBezTo>
                    <a:pt x="8644" y="11128"/>
                    <a:pt x="11133" y="8636"/>
                    <a:pt x="11131" y="5563"/>
                  </a:cubicBezTo>
                  <a:lnTo>
                    <a:pt x="11131" y="5563"/>
                  </a:lnTo>
                  <a:cubicBezTo>
                    <a:pt x="11129" y="2489"/>
                    <a:pt x="8635" y="0"/>
                    <a:pt x="5563" y="3"/>
                  </a:cubicBezTo>
                  <a:lnTo>
                    <a:pt x="5563" y="3"/>
                  </a:lnTo>
                  <a:cubicBezTo>
                    <a:pt x="2491" y="5"/>
                    <a:pt x="0" y="2498"/>
                    <a:pt x="2" y="5571"/>
                  </a:cubicBezTo>
                  <a:lnTo>
                    <a:pt x="2" y="5571"/>
                  </a:lnTo>
                  <a:cubicBezTo>
                    <a:pt x="4" y="8644"/>
                    <a:pt x="2498" y="11133"/>
                    <a:pt x="5571" y="11132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>
                <a:latin typeface="Lato Light" panose="020F0502020204030203" pitchFamily="34" charset="0"/>
              </a:endParaRPr>
            </a:p>
          </p:txBody>
        </p:sp>
        <p:sp>
          <p:nvSpPr>
            <p:cNvPr id="8" name="Freeform 2">
              <a:extLst>
                <a:ext uri="{FF2B5EF4-FFF2-40B4-BE49-F238E27FC236}">
                  <a16:creationId xmlns:a16="http://schemas.microsoft.com/office/drawing/2014/main" id="{6558B679-EEBF-1C83-9263-8A52EB560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3326" y="3539896"/>
              <a:ext cx="4097949" cy="8192791"/>
            </a:xfrm>
            <a:custGeom>
              <a:avLst/>
              <a:gdLst>
                <a:gd name="connsiteX0" fmla="*/ 2882 w 4156546"/>
                <a:gd name="connsiteY0" fmla="*/ 3371527 h 8309941"/>
                <a:gd name="connsiteX1" fmla="*/ 785018 w 4156546"/>
                <a:gd name="connsiteY1" fmla="*/ 4150918 h 8309941"/>
                <a:gd name="connsiteX2" fmla="*/ 3535 w 4156546"/>
                <a:gd name="connsiteY2" fmla="*/ 4934226 h 8309941"/>
                <a:gd name="connsiteX3" fmla="*/ 2 w 4156546"/>
                <a:gd name="connsiteY3" fmla="*/ 1695844 h 8309941"/>
                <a:gd name="connsiteX4" fmla="*/ 2461354 w 4156546"/>
                <a:gd name="connsiteY4" fmla="*/ 4153009 h 8309941"/>
                <a:gd name="connsiteX5" fmla="*/ 3268 w 4156546"/>
                <a:gd name="connsiteY5" fmla="*/ 6613440 h 8309941"/>
                <a:gd name="connsiteX6" fmla="*/ 2615 w 4156546"/>
                <a:gd name="connsiteY6" fmla="*/ 5668729 h 8309941"/>
                <a:gd name="connsiteX7" fmla="*/ 1516791 w 4156546"/>
                <a:gd name="connsiteY7" fmla="*/ 4153663 h 8309941"/>
                <a:gd name="connsiteX8" fmla="*/ 655 w 4156546"/>
                <a:gd name="connsiteY8" fmla="*/ 2639249 h 8309941"/>
                <a:gd name="connsiteX9" fmla="*/ 0 w 4156546"/>
                <a:gd name="connsiteY9" fmla="*/ 1 h 8309941"/>
                <a:gd name="connsiteX10" fmla="*/ 4156545 w 4156546"/>
                <a:gd name="connsiteY10" fmla="*/ 4152031 h 8309941"/>
                <a:gd name="connsiteX11" fmla="*/ 5877 w 4156546"/>
                <a:gd name="connsiteY11" fmla="*/ 8309941 h 8309941"/>
                <a:gd name="connsiteX12" fmla="*/ 4571 w 4156546"/>
                <a:gd name="connsiteY12" fmla="*/ 7365348 h 8309941"/>
                <a:gd name="connsiteX13" fmla="*/ 3212914 w 4156546"/>
                <a:gd name="connsiteY13" fmla="*/ 4153338 h 8309941"/>
                <a:gd name="connsiteX14" fmla="*/ 0 w 4156546"/>
                <a:gd name="connsiteY14" fmla="*/ 943288 h 8309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56546" h="8309941">
                  <a:moveTo>
                    <a:pt x="2882" y="3371527"/>
                  </a:moveTo>
                  <a:cubicBezTo>
                    <a:pt x="435081" y="3370874"/>
                    <a:pt x="784365" y="3719446"/>
                    <a:pt x="785018" y="4150918"/>
                  </a:cubicBezTo>
                  <a:cubicBezTo>
                    <a:pt x="785671" y="4583043"/>
                    <a:pt x="436387" y="4934226"/>
                    <a:pt x="3535" y="4934226"/>
                  </a:cubicBezTo>
                  <a:close/>
                  <a:moveTo>
                    <a:pt x="2" y="1695844"/>
                  </a:moveTo>
                  <a:cubicBezTo>
                    <a:pt x="1355444" y="1694538"/>
                    <a:pt x="2460701" y="2796701"/>
                    <a:pt x="2461354" y="4153009"/>
                  </a:cubicBezTo>
                  <a:cubicBezTo>
                    <a:pt x="2462008" y="5507357"/>
                    <a:pt x="1359364" y="6612788"/>
                    <a:pt x="3268" y="6613440"/>
                  </a:cubicBezTo>
                  <a:lnTo>
                    <a:pt x="2615" y="5668729"/>
                  </a:lnTo>
                  <a:cubicBezTo>
                    <a:pt x="839396" y="5668076"/>
                    <a:pt x="1517444" y="4989269"/>
                    <a:pt x="1516791" y="4153663"/>
                  </a:cubicBezTo>
                  <a:cubicBezTo>
                    <a:pt x="1515484" y="3316750"/>
                    <a:pt x="837437" y="2638596"/>
                    <a:pt x="655" y="2639249"/>
                  </a:cubicBezTo>
                  <a:close/>
                  <a:moveTo>
                    <a:pt x="0" y="1"/>
                  </a:moveTo>
                  <a:cubicBezTo>
                    <a:pt x="2290834" y="-1959"/>
                    <a:pt x="4154586" y="1860445"/>
                    <a:pt x="4156545" y="4152031"/>
                  </a:cubicBezTo>
                  <a:cubicBezTo>
                    <a:pt x="4158504" y="6442964"/>
                    <a:pt x="2296712" y="8308634"/>
                    <a:pt x="5877" y="8309941"/>
                  </a:cubicBezTo>
                  <a:lnTo>
                    <a:pt x="4571" y="7365348"/>
                  </a:lnTo>
                  <a:cubicBezTo>
                    <a:pt x="1774939" y="7364041"/>
                    <a:pt x="3214220" y="5922980"/>
                    <a:pt x="3212914" y="4153338"/>
                  </a:cubicBezTo>
                  <a:cubicBezTo>
                    <a:pt x="3210956" y="2381735"/>
                    <a:pt x="1770368" y="941981"/>
                    <a:pt x="0" y="943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6532">
                <a:latin typeface="Lato Light" panose="020F0502020204030203" pitchFamily="34" charset="0"/>
              </a:endParaRPr>
            </a:p>
          </p:txBody>
        </p:sp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39647CCB-E6A4-C606-0A83-99024926E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413" y="3540539"/>
              <a:ext cx="4100788" cy="8192148"/>
            </a:xfrm>
            <a:custGeom>
              <a:avLst/>
              <a:gdLst>
                <a:gd name="connsiteX0" fmla="*/ 4153013 w 4159426"/>
                <a:gd name="connsiteY0" fmla="*/ 3372833 h 8309289"/>
                <a:gd name="connsiteX1" fmla="*/ 4153667 w 4159426"/>
                <a:gd name="connsiteY1" fmla="*/ 4936185 h 8309289"/>
                <a:gd name="connsiteX2" fmla="*/ 3370878 w 4159426"/>
                <a:gd name="connsiteY2" fmla="*/ 4153856 h 8309289"/>
                <a:gd name="connsiteX3" fmla="*/ 4153013 w 4159426"/>
                <a:gd name="connsiteY3" fmla="*/ 3372833 h 8309289"/>
                <a:gd name="connsiteX4" fmla="*/ 4150404 w 4159426"/>
                <a:gd name="connsiteY4" fmla="*/ 1696497 h 8309289"/>
                <a:gd name="connsiteX5" fmla="*/ 4151057 w 4159426"/>
                <a:gd name="connsiteY5" fmla="*/ 2639475 h 8309289"/>
                <a:gd name="connsiteX6" fmla="*/ 2639808 w 4159426"/>
                <a:gd name="connsiteY6" fmla="*/ 4155162 h 8309289"/>
                <a:gd name="connsiteX7" fmla="*/ 4153016 w 4159426"/>
                <a:gd name="connsiteY7" fmla="*/ 5667584 h 8309289"/>
                <a:gd name="connsiteX8" fmla="*/ 4153668 w 4159426"/>
                <a:gd name="connsiteY8" fmla="*/ 6611868 h 8309289"/>
                <a:gd name="connsiteX9" fmla="*/ 1695196 w 4159426"/>
                <a:gd name="connsiteY9" fmla="*/ 4156468 h 8309289"/>
                <a:gd name="connsiteX10" fmla="*/ 4150404 w 4159426"/>
                <a:gd name="connsiteY10" fmla="*/ 1696497 h 8309289"/>
                <a:gd name="connsiteX11" fmla="*/ 4152893 w 4159426"/>
                <a:gd name="connsiteY11" fmla="*/ 0 h 8309289"/>
                <a:gd name="connsiteX12" fmla="*/ 4153546 w 4159426"/>
                <a:gd name="connsiteY12" fmla="*/ 943213 h 8309289"/>
                <a:gd name="connsiteX13" fmla="*/ 944791 w 4159426"/>
                <a:gd name="connsiteY13" fmla="*/ 4157583 h 8309289"/>
                <a:gd name="connsiteX14" fmla="*/ 4158120 w 4159426"/>
                <a:gd name="connsiteY14" fmla="*/ 7364768 h 8309289"/>
                <a:gd name="connsiteX15" fmla="*/ 4159426 w 4159426"/>
                <a:gd name="connsiteY15" fmla="*/ 8309287 h 8309289"/>
                <a:gd name="connsiteX16" fmla="*/ 2 w 4159426"/>
                <a:gd name="connsiteY16" fmla="*/ 4157583 h 8309289"/>
                <a:gd name="connsiteX17" fmla="*/ 4152893 w 4159426"/>
                <a:gd name="connsiteY17" fmla="*/ 0 h 8309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159426" h="8309289">
                  <a:moveTo>
                    <a:pt x="4153013" y="3372833"/>
                  </a:moveTo>
                  <a:lnTo>
                    <a:pt x="4153667" y="4936185"/>
                  </a:lnTo>
                  <a:cubicBezTo>
                    <a:pt x="3722414" y="4936185"/>
                    <a:pt x="3370878" y="4586161"/>
                    <a:pt x="3370878" y="4153856"/>
                  </a:cubicBezTo>
                  <a:cubicBezTo>
                    <a:pt x="3370878" y="3722857"/>
                    <a:pt x="3721761" y="3372833"/>
                    <a:pt x="4153013" y="3372833"/>
                  </a:cubicBezTo>
                  <a:close/>
                  <a:moveTo>
                    <a:pt x="4150404" y="1696497"/>
                  </a:moveTo>
                  <a:lnTo>
                    <a:pt x="4151057" y="2639475"/>
                  </a:lnTo>
                  <a:cubicBezTo>
                    <a:pt x="3316116" y="2641434"/>
                    <a:pt x="2639155" y="3319281"/>
                    <a:pt x="2639808" y="4155162"/>
                  </a:cubicBezTo>
                  <a:cubicBezTo>
                    <a:pt x="2639808" y="4990390"/>
                    <a:pt x="3318075" y="5668237"/>
                    <a:pt x="4153016" y="5667584"/>
                  </a:cubicBezTo>
                  <a:lnTo>
                    <a:pt x="4153668" y="6611868"/>
                  </a:lnTo>
                  <a:cubicBezTo>
                    <a:pt x="2799746" y="6612521"/>
                    <a:pt x="1695849" y="5510856"/>
                    <a:pt x="1695196" y="4156468"/>
                  </a:cubicBezTo>
                  <a:cubicBezTo>
                    <a:pt x="1694543" y="2800774"/>
                    <a:pt x="2796482" y="1697803"/>
                    <a:pt x="4150404" y="1696497"/>
                  </a:cubicBezTo>
                  <a:close/>
                  <a:moveTo>
                    <a:pt x="4152893" y="0"/>
                  </a:moveTo>
                  <a:lnTo>
                    <a:pt x="4153546" y="943213"/>
                  </a:lnTo>
                  <a:cubicBezTo>
                    <a:pt x="2383536" y="945173"/>
                    <a:pt x="943485" y="2386120"/>
                    <a:pt x="944791" y="4157583"/>
                  </a:cubicBezTo>
                  <a:cubicBezTo>
                    <a:pt x="946098" y="5926433"/>
                    <a:pt x="2387457" y="7366074"/>
                    <a:pt x="4158120" y="7364768"/>
                  </a:cubicBezTo>
                  <a:lnTo>
                    <a:pt x="4159426" y="8309287"/>
                  </a:lnTo>
                  <a:cubicBezTo>
                    <a:pt x="1868019" y="8311900"/>
                    <a:pt x="1962" y="6448336"/>
                    <a:pt x="2" y="4157583"/>
                  </a:cubicBezTo>
                  <a:cubicBezTo>
                    <a:pt x="-1958" y="1865524"/>
                    <a:pt x="1861485" y="1960"/>
                    <a:pt x="41528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6532">
                <a:latin typeface="Lato Light" panose="020F0502020204030203" pitchFamily="34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FC147E2E-D25E-4CCB-CF0E-5E8BB59C1E8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00000">
              <a:off x="9572110" y="3056790"/>
              <a:ext cx="254525" cy="5522922"/>
            </a:xfrm>
            <a:custGeom>
              <a:avLst/>
              <a:gdLst>
                <a:gd name="T0" fmla="*/ 0 w 367"/>
                <a:gd name="T1" fmla="*/ 250 h 7944"/>
                <a:gd name="T2" fmla="*/ 0 w 367"/>
                <a:gd name="T3" fmla="*/ 250 h 7944"/>
                <a:gd name="T4" fmla="*/ 183 w 367"/>
                <a:gd name="T5" fmla="*/ 0 h 7944"/>
                <a:gd name="T6" fmla="*/ 183 w 367"/>
                <a:gd name="T7" fmla="*/ 0 h 7944"/>
                <a:gd name="T8" fmla="*/ 366 w 367"/>
                <a:gd name="T9" fmla="*/ 250 h 7944"/>
                <a:gd name="T10" fmla="*/ 366 w 367"/>
                <a:gd name="T11" fmla="*/ 7693 h 7944"/>
                <a:gd name="T12" fmla="*/ 366 w 367"/>
                <a:gd name="T13" fmla="*/ 7693 h 7944"/>
                <a:gd name="T14" fmla="*/ 183 w 367"/>
                <a:gd name="T15" fmla="*/ 7943 h 7944"/>
                <a:gd name="T16" fmla="*/ 183 w 367"/>
                <a:gd name="T17" fmla="*/ 7943 h 7944"/>
                <a:gd name="T18" fmla="*/ 0 w 367"/>
                <a:gd name="T19" fmla="*/ 7693 h 7944"/>
                <a:gd name="T20" fmla="*/ 0 w 367"/>
                <a:gd name="T21" fmla="*/ 250 h 7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7" h="7944">
                  <a:moveTo>
                    <a:pt x="0" y="250"/>
                  </a:moveTo>
                  <a:lnTo>
                    <a:pt x="0" y="250"/>
                  </a:lnTo>
                  <a:cubicBezTo>
                    <a:pt x="0" y="111"/>
                    <a:pt x="82" y="0"/>
                    <a:pt x="183" y="0"/>
                  </a:cubicBezTo>
                  <a:lnTo>
                    <a:pt x="183" y="0"/>
                  </a:lnTo>
                  <a:cubicBezTo>
                    <a:pt x="284" y="0"/>
                    <a:pt x="366" y="111"/>
                    <a:pt x="366" y="250"/>
                  </a:cubicBezTo>
                  <a:lnTo>
                    <a:pt x="366" y="7693"/>
                  </a:lnTo>
                  <a:lnTo>
                    <a:pt x="366" y="7693"/>
                  </a:lnTo>
                  <a:cubicBezTo>
                    <a:pt x="366" y="7831"/>
                    <a:pt x="284" y="7943"/>
                    <a:pt x="183" y="7943"/>
                  </a:cubicBezTo>
                  <a:lnTo>
                    <a:pt x="183" y="7943"/>
                  </a:lnTo>
                  <a:cubicBezTo>
                    <a:pt x="82" y="7943"/>
                    <a:pt x="0" y="7831"/>
                    <a:pt x="0" y="7693"/>
                  </a:cubicBezTo>
                  <a:lnTo>
                    <a:pt x="0" y="250"/>
                  </a:lnTo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>
                <a:latin typeface="Lato Light" panose="020F0502020204030203" pitchFamily="34" charset="0"/>
              </a:endParaRPr>
            </a:p>
          </p:txBody>
        </p:sp>
        <p:sp>
          <p:nvSpPr>
            <p:cNvPr id="11" name="Teardrop 11">
              <a:extLst>
                <a:ext uri="{FF2B5EF4-FFF2-40B4-BE49-F238E27FC236}">
                  <a16:creationId xmlns:a16="http://schemas.microsoft.com/office/drawing/2014/main" id="{66161BCB-47C4-BEA4-F2FA-766D725FAE97}"/>
                </a:ext>
              </a:extLst>
            </p:cNvPr>
            <p:cNvSpPr/>
            <p:nvPr/>
          </p:nvSpPr>
          <p:spPr>
            <a:xfrm rot="884498">
              <a:off x="11110556" y="3546672"/>
              <a:ext cx="1809585" cy="1912402"/>
            </a:xfrm>
            <a:prstGeom prst="teardrop">
              <a:avLst>
                <a:gd name="adj" fmla="val 29107"/>
              </a:avLst>
            </a:pr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 Light" panose="020F0502020204030203" pitchFamily="34" charset="0"/>
              </a:endParaRPr>
            </a:p>
          </p:txBody>
        </p:sp>
      </p:grpSp>
      <p:sp>
        <p:nvSpPr>
          <p:cNvPr id="12" name="Inhaltsplatzhalter 13">
            <a:extLst>
              <a:ext uri="{FF2B5EF4-FFF2-40B4-BE49-F238E27FC236}">
                <a16:creationId xmlns:a16="http://schemas.microsoft.com/office/drawing/2014/main" id="{DF35E957-7C19-EF69-F4F6-96A23CD88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13269" y="1743075"/>
            <a:ext cx="6500813" cy="3960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1937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12">
            <a:extLst>
              <a:ext uri="{FF2B5EF4-FFF2-40B4-BE49-F238E27FC236}">
                <a16:creationId xmlns:a16="http://schemas.microsoft.com/office/drawing/2014/main" id="{56AC567A-811F-59F2-3CBD-6E0CECAE253F}"/>
              </a:ext>
            </a:extLst>
          </p:cNvPr>
          <p:cNvGrpSpPr/>
          <p:nvPr userDrawn="1"/>
        </p:nvGrpSpPr>
        <p:grpSpPr>
          <a:xfrm rot="312717">
            <a:off x="625530" y="1921390"/>
            <a:ext cx="4087132" cy="3315438"/>
            <a:chOff x="2820413" y="3539896"/>
            <a:chExt cx="10099728" cy="8192791"/>
          </a:xfrm>
        </p:grpSpPr>
        <p:sp>
          <p:nvSpPr>
            <p:cNvPr id="4" name="Freeform 1">
              <a:extLst>
                <a:ext uri="{FF2B5EF4-FFF2-40B4-BE49-F238E27FC236}">
                  <a16:creationId xmlns:a16="http://schemas.microsoft.com/office/drawing/2014/main" id="{F818943E-BC3E-0980-E520-199BDB259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2470" y="4051684"/>
              <a:ext cx="7170236" cy="7170234"/>
            </a:xfrm>
            <a:custGeom>
              <a:avLst/>
              <a:gdLst>
                <a:gd name="T0" fmla="*/ 5571 w 11134"/>
                <a:gd name="T1" fmla="*/ 11132 h 11134"/>
                <a:gd name="T2" fmla="*/ 5571 w 11134"/>
                <a:gd name="T3" fmla="*/ 11132 h 11134"/>
                <a:gd name="T4" fmla="*/ 11131 w 11134"/>
                <a:gd name="T5" fmla="*/ 5563 h 11134"/>
                <a:gd name="T6" fmla="*/ 11131 w 11134"/>
                <a:gd name="T7" fmla="*/ 5563 h 11134"/>
                <a:gd name="T8" fmla="*/ 5563 w 11134"/>
                <a:gd name="T9" fmla="*/ 3 h 11134"/>
                <a:gd name="T10" fmla="*/ 5563 w 11134"/>
                <a:gd name="T11" fmla="*/ 3 h 11134"/>
                <a:gd name="T12" fmla="*/ 2 w 11134"/>
                <a:gd name="T13" fmla="*/ 5571 h 11134"/>
                <a:gd name="T14" fmla="*/ 2 w 11134"/>
                <a:gd name="T15" fmla="*/ 5571 h 11134"/>
                <a:gd name="T16" fmla="*/ 5571 w 11134"/>
                <a:gd name="T17" fmla="*/ 11132 h 1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34" h="11134">
                  <a:moveTo>
                    <a:pt x="5571" y="11132"/>
                  </a:moveTo>
                  <a:lnTo>
                    <a:pt x="5571" y="11132"/>
                  </a:lnTo>
                  <a:cubicBezTo>
                    <a:pt x="8644" y="11128"/>
                    <a:pt x="11133" y="8636"/>
                    <a:pt x="11131" y="5563"/>
                  </a:cubicBezTo>
                  <a:lnTo>
                    <a:pt x="11131" y="5563"/>
                  </a:lnTo>
                  <a:cubicBezTo>
                    <a:pt x="11129" y="2489"/>
                    <a:pt x="8635" y="0"/>
                    <a:pt x="5563" y="3"/>
                  </a:cubicBezTo>
                  <a:lnTo>
                    <a:pt x="5563" y="3"/>
                  </a:lnTo>
                  <a:cubicBezTo>
                    <a:pt x="2491" y="5"/>
                    <a:pt x="0" y="2498"/>
                    <a:pt x="2" y="5571"/>
                  </a:cubicBezTo>
                  <a:lnTo>
                    <a:pt x="2" y="5571"/>
                  </a:lnTo>
                  <a:cubicBezTo>
                    <a:pt x="4" y="8644"/>
                    <a:pt x="2498" y="11133"/>
                    <a:pt x="5571" y="11132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>
                <a:latin typeface="Lato Light" panose="020F0502020204030203" pitchFamily="34" charset="0"/>
              </a:endParaRPr>
            </a:p>
          </p:txBody>
        </p:sp>
        <p:sp>
          <p:nvSpPr>
            <p:cNvPr id="5" name="Freeform 2">
              <a:extLst>
                <a:ext uri="{FF2B5EF4-FFF2-40B4-BE49-F238E27FC236}">
                  <a16:creationId xmlns:a16="http://schemas.microsoft.com/office/drawing/2014/main" id="{A7F49851-FD5D-D9A4-79E8-434314761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3326" y="3539896"/>
              <a:ext cx="4097949" cy="8192791"/>
            </a:xfrm>
            <a:custGeom>
              <a:avLst/>
              <a:gdLst>
                <a:gd name="connsiteX0" fmla="*/ 2882 w 4156546"/>
                <a:gd name="connsiteY0" fmla="*/ 3371527 h 8309941"/>
                <a:gd name="connsiteX1" fmla="*/ 785018 w 4156546"/>
                <a:gd name="connsiteY1" fmla="*/ 4150918 h 8309941"/>
                <a:gd name="connsiteX2" fmla="*/ 3535 w 4156546"/>
                <a:gd name="connsiteY2" fmla="*/ 4934226 h 8309941"/>
                <a:gd name="connsiteX3" fmla="*/ 2 w 4156546"/>
                <a:gd name="connsiteY3" fmla="*/ 1695844 h 8309941"/>
                <a:gd name="connsiteX4" fmla="*/ 2461354 w 4156546"/>
                <a:gd name="connsiteY4" fmla="*/ 4153009 h 8309941"/>
                <a:gd name="connsiteX5" fmla="*/ 3268 w 4156546"/>
                <a:gd name="connsiteY5" fmla="*/ 6613440 h 8309941"/>
                <a:gd name="connsiteX6" fmla="*/ 2615 w 4156546"/>
                <a:gd name="connsiteY6" fmla="*/ 5668729 h 8309941"/>
                <a:gd name="connsiteX7" fmla="*/ 1516791 w 4156546"/>
                <a:gd name="connsiteY7" fmla="*/ 4153663 h 8309941"/>
                <a:gd name="connsiteX8" fmla="*/ 655 w 4156546"/>
                <a:gd name="connsiteY8" fmla="*/ 2639249 h 8309941"/>
                <a:gd name="connsiteX9" fmla="*/ 0 w 4156546"/>
                <a:gd name="connsiteY9" fmla="*/ 1 h 8309941"/>
                <a:gd name="connsiteX10" fmla="*/ 4156545 w 4156546"/>
                <a:gd name="connsiteY10" fmla="*/ 4152031 h 8309941"/>
                <a:gd name="connsiteX11" fmla="*/ 5877 w 4156546"/>
                <a:gd name="connsiteY11" fmla="*/ 8309941 h 8309941"/>
                <a:gd name="connsiteX12" fmla="*/ 4571 w 4156546"/>
                <a:gd name="connsiteY12" fmla="*/ 7365348 h 8309941"/>
                <a:gd name="connsiteX13" fmla="*/ 3212914 w 4156546"/>
                <a:gd name="connsiteY13" fmla="*/ 4153338 h 8309941"/>
                <a:gd name="connsiteX14" fmla="*/ 0 w 4156546"/>
                <a:gd name="connsiteY14" fmla="*/ 943288 h 8309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56546" h="8309941">
                  <a:moveTo>
                    <a:pt x="2882" y="3371527"/>
                  </a:moveTo>
                  <a:cubicBezTo>
                    <a:pt x="435081" y="3370874"/>
                    <a:pt x="784365" y="3719446"/>
                    <a:pt x="785018" y="4150918"/>
                  </a:cubicBezTo>
                  <a:cubicBezTo>
                    <a:pt x="785671" y="4583043"/>
                    <a:pt x="436387" y="4934226"/>
                    <a:pt x="3535" y="4934226"/>
                  </a:cubicBezTo>
                  <a:close/>
                  <a:moveTo>
                    <a:pt x="2" y="1695844"/>
                  </a:moveTo>
                  <a:cubicBezTo>
                    <a:pt x="1355444" y="1694538"/>
                    <a:pt x="2460701" y="2796701"/>
                    <a:pt x="2461354" y="4153009"/>
                  </a:cubicBezTo>
                  <a:cubicBezTo>
                    <a:pt x="2462008" y="5507357"/>
                    <a:pt x="1359364" y="6612788"/>
                    <a:pt x="3268" y="6613440"/>
                  </a:cubicBezTo>
                  <a:lnTo>
                    <a:pt x="2615" y="5668729"/>
                  </a:lnTo>
                  <a:cubicBezTo>
                    <a:pt x="839396" y="5668076"/>
                    <a:pt x="1517444" y="4989269"/>
                    <a:pt x="1516791" y="4153663"/>
                  </a:cubicBezTo>
                  <a:cubicBezTo>
                    <a:pt x="1515484" y="3316750"/>
                    <a:pt x="837437" y="2638596"/>
                    <a:pt x="655" y="2639249"/>
                  </a:cubicBezTo>
                  <a:close/>
                  <a:moveTo>
                    <a:pt x="0" y="1"/>
                  </a:moveTo>
                  <a:cubicBezTo>
                    <a:pt x="2290834" y="-1959"/>
                    <a:pt x="4154586" y="1860445"/>
                    <a:pt x="4156545" y="4152031"/>
                  </a:cubicBezTo>
                  <a:cubicBezTo>
                    <a:pt x="4158504" y="6442964"/>
                    <a:pt x="2296712" y="8308634"/>
                    <a:pt x="5877" y="8309941"/>
                  </a:cubicBezTo>
                  <a:lnTo>
                    <a:pt x="4571" y="7365348"/>
                  </a:lnTo>
                  <a:cubicBezTo>
                    <a:pt x="1774939" y="7364041"/>
                    <a:pt x="3214220" y="5922980"/>
                    <a:pt x="3212914" y="4153338"/>
                  </a:cubicBezTo>
                  <a:cubicBezTo>
                    <a:pt x="3210956" y="2381735"/>
                    <a:pt x="1770368" y="941981"/>
                    <a:pt x="0" y="943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6532">
                <a:latin typeface="Lato Light" panose="020F0502020204030203" pitchFamily="34" charset="0"/>
              </a:endParaRPr>
            </a:p>
          </p:txBody>
        </p:sp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C8EA4B03-7B99-2107-8CDC-184F04C4E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413" y="3540539"/>
              <a:ext cx="4100788" cy="8192148"/>
            </a:xfrm>
            <a:custGeom>
              <a:avLst/>
              <a:gdLst>
                <a:gd name="connsiteX0" fmla="*/ 4153013 w 4159426"/>
                <a:gd name="connsiteY0" fmla="*/ 3372833 h 8309289"/>
                <a:gd name="connsiteX1" fmla="*/ 4153667 w 4159426"/>
                <a:gd name="connsiteY1" fmla="*/ 4936185 h 8309289"/>
                <a:gd name="connsiteX2" fmla="*/ 3370878 w 4159426"/>
                <a:gd name="connsiteY2" fmla="*/ 4153856 h 8309289"/>
                <a:gd name="connsiteX3" fmla="*/ 4153013 w 4159426"/>
                <a:gd name="connsiteY3" fmla="*/ 3372833 h 8309289"/>
                <a:gd name="connsiteX4" fmla="*/ 4150404 w 4159426"/>
                <a:gd name="connsiteY4" fmla="*/ 1696497 h 8309289"/>
                <a:gd name="connsiteX5" fmla="*/ 4151057 w 4159426"/>
                <a:gd name="connsiteY5" fmla="*/ 2639475 h 8309289"/>
                <a:gd name="connsiteX6" fmla="*/ 2639808 w 4159426"/>
                <a:gd name="connsiteY6" fmla="*/ 4155162 h 8309289"/>
                <a:gd name="connsiteX7" fmla="*/ 4153016 w 4159426"/>
                <a:gd name="connsiteY7" fmla="*/ 5667584 h 8309289"/>
                <a:gd name="connsiteX8" fmla="*/ 4153668 w 4159426"/>
                <a:gd name="connsiteY8" fmla="*/ 6611868 h 8309289"/>
                <a:gd name="connsiteX9" fmla="*/ 1695196 w 4159426"/>
                <a:gd name="connsiteY9" fmla="*/ 4156468 h 8309289"/>
                <a:gd name="connsiteX10" fmla="*/ 4150404 w 4159426"/>
                <a:gd name="connsiteY10" fmla="*/ 1696497 h 8309289"/>
                <a:gd name="connsiteX11" fmla="*/ 4152893 w 4159426"/>
                <a:gd name="connsiteY11" fmla="*/ 0 h 8309289"/>
                <a:gd name="connsiteX12" fmla="*/ 4153546 w 4159426"/>
                <a:gd name="connsiteY12" fmla="*/ 943213 h 8309289"/>
                <a:gd name="connsiteX13" fmla="*/ 944791 w 4159426"/>
                <a:gd name="connsiteY13" fmla="*/ 4157583 h 8309289"/>
                <a:gd name="connsiteX14" fmla="*/ 4158120 w 4159426"/>
                <a:gd name="connsiteY14" fmla="*/ 7364768 h 8309289"/>
                <a:gd name="connsiteX15" fmla="*/ 4159426 w 4159426"/>
                <a:gd name="connsiteY15" fmla="*/ 8309287 h 8309289"/>
                <a:gd name="connsiteX16" fmla="*/ 2 w 4159426"/>
                <a:gd name="connsiteY16" fmla="*/ 4157583 h 8309289"/>
                <a:gd name="connsiteX17" fmla="*/ 4152893 w 4159426"/>
                <a:gd name="connsiteY17" fmla="*/ 0 h 8309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159426" h="8309289">
                  <a:moveTo>
                    <a:pt x="4153013" y="3372833"/>
                  </a:moveTo>
                  <a:lnTo>
                    <a:pt x="4153667" y="4936185"/>
                  </a:lnTo>
                  <a:cubicBezTo>
                    <a:pt x="3722414" y="4936185"/>
                    <a:pt x="3370878" y="4586161"/>
                    <a:pt x="3370878" y="4153856"/>
                  </a:cubicBezTo>
                  <a:cubicBezTo>
                    <a:pt x="3370878" y="3722857"/>
                    <a:pt x="3721761" y="3372833"/>
                    <a:pt x="4153013" y="3372833"/>
                  </a:cubicBezTo>
                  <a:close/>
                  <a:moveTo>
                    <a:pt x="4150404" y="1696497"/>
                  </a:moveTo>
                  <a:lnTo>
                    <a:pt x="4151057" y="2639475"/>
                  </a:lnTo>
                  <a:cubicBezTo>
                    <a:pt x="3316116" y="2641434"/>
                    <a:pt x="2639155" y="3319281"/>
                    <a:pt x="2639808" y="4155162"/>
                  </a:cubicBezTo>
                  <a:cubicBezTo>
                    <a:pt x="2639808" y="4990390"/>
                    <a:pt x="3318075" y="5668237"/>
                    <a:pt x="4153016" y="5667584"/>
                  </a:cubicBezTo>
                  <a:lnTo>
                    <a:pt x="4153668" y="6611868"/>
                  </a:lnTo>
                  <a:cubicBezTo>
                    <a:pt x="2799746" y="6612521"/>
                    <a:pt x="1695849" y="5510856"/>
                    <a:pt x="1695196" y="4156468"/>
                  </a:cubicBezTo>
                  <a:cubicBezTo>
                    <a:pt x="1694543" y="2800774"/>
                    <a:pt x="2796482" y="1697803"/>
                    <a:pt x="4150404" y="1696497"/>
                  </a:cubicBezTo>
                  <a:close/>
                  <a:moveTo>
                    <a:pt x="4152893" y="0"/>
                  </a:moveTo>
                  <a:lnTo>
                    <a:pt x="4153546" y="943213"/>
                  </a:lnTo>
                  <a:cubicBezTo>
                    <a:pt x="2383536" y="945173"/>
                    <a:pt x="943485" y="2386120"/>
                    <a:pt x="944791" y="4157583"/>
                  </a:cubicBezTo>
                  <a:cubicBezTo>
                    <a:pt x="946098" y="5926433"/>
                    <a:pt x="2387457" y="7366074"/>
                    <a:pt x="4158120" y="7364768"/>
                  </a:cubicBezTo>
                  <a:lnTo>
                    <a:pt x="4159426" y="8309287"/>
                  </a:lnTo>
                  <a:cubicBezTo>
                    <a:pt x="1868019" y="8311900"/>
                    <a:pt x="1962" y="6448336"/>
                    <a:pt x="2" y="4157583"/>
                  </a:cubicBezTo>
                  <a:cubicBezTo>
                    <a:pt x="-1958" y="1865524"/>
                    <a:pt x="1861485" y="1960"/>
                    <a:pt x="41528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6532">
                <a:latin typeface="Lato Light" panose="020F0502020204030203" pitchFamily="34" charset="0"/>
              </a:endParaRPr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BD88BF43-C44C-0BCC-7000-CA463813F1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00000">
              <a:off x="9572110" y="3056790"/>
              <a:ext cx="254525" cy="5522922"/>
            </a:xfrm>
            <a:custGeom>
              <a:avLst/>
              <a:gdLst>
                <a:gd name="T0" fmla="*/ 0 w 367"/>
                <a:gd name="T1" fmla="*/ 250 h 7944"/>
                <a:gd name="T2" fmla="*/ 0 w 367"/>
                <a:gd name="T3" fmla="*/ 250 h 7944"/>
                <a:gd name="T4" fmla="*/ 183 w 367"/>
                <a:gd name="T5" fmla="*/ 0 h 7944"/>
                <a:gd name="T6" fmla="*/ 183 w 367"/>
                <a:gd name="T7" fmla="*/ 0 h 7944"/>
                <a:gd name="T8" fmla="*/ 366 w 367"/>
                <a:gd name="T9" fmla="*/ 250 h 7944"/>
                <a:gd name="T10" fmla="*/ 366 w 367"/>
                <a:gd name="T11" fmla="*/ 7693 h 7944"/>
                <a:gd name="T12" fmla="*/ 366 w 367"/>
                <a:gd name="T13" fmla="*/ 7693 h 7944"/>
                <a:gd name="T14" fmla="*/ 183 w 367"/>
                <a:gd name="T15" fmla="*/ 7943 h 7944"/>
                <a:gd name="T16" fmla="*/ 183 w 367"/>
                <a:gd name="T17" fmla="*/ 7943 h 7944"/>
                <a:gd name="T18" fmla="*/ 0 w 367"/>
                <a:gd name="T19" fmla="*/ 7693 h 7944"/>
                <a:gd name="T20" fmla="*/ 0 w 367"/>
                <a:gd name="T21" fmla="*/ 250 h 7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7" h="7944">
                  <a:moveTo>
                    <a:pt x="0" y="250"/>
                  </a:moveTo>
                  <a:lnTo>
                    <a:pt x="0" y="250"/>
                  </a:lnTo>
                  <a:cubicBezTo>
                    <a:pt x="0" y="111"/>
                    <a:pt x="82" y="0"/>
                    <a:pt x="183" y="0"/>
                  </a:cubicBezTo>
                  <a:lnTo>
                    <a:pt x="183" y="0"/>
                  </a:lnTo>
                  <a:cubicBezTo>
                    <a:pt x="284" y="0"/>
                    <a:pt x="366" y="111"/>
                    <a:pt x="366" y="250"/>
                  </a:cubicBezTo>
                  <a:lnTo>
                    <a:pt x="366" y="7693"/>
                  </a:lnTo>
                  <a:lnTo>
                    <a:pt x="366" y="7693"/>
                  </a:lnTo>
                  <a:cubicBezTo>
                    <a:pt x="366" y="7831"/>
                    <a:pt x="284" y="7943"/>
                    <a:pt x="183" y="7943"/>
                  </a:cubicBezTo>
                  <a:lnTo>
                    <a:pt x="183" y="7943"/>
                  </a:lnTo>
                  <a:cubicBezTo>
                    <a:pt x="82" y="7943"/>
                    <a:pt x="0" y="7831"/>
                    <a:pt x="0" y="7693"/>
                  </a:cubicBezTo>
                  <a:lnTo>
                    <a:pt x="0" y="250"/>
                  </a:lnTo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>
                <a:latin typeface="Lato Light" panose="020F0502020204030203" pitchFamily="34" charset="0"/>
              </a:endParaRPr>
            </a:p>
          </p:txBody>
        </p:sp>
        <p:sp>
          <p:nvSpPr>
            <p:cNvPr id="11" name="Teardrop 11">
              <a:extLst>
                <a:ext uri="{FF2B5EF4-FFF2-40B4-BE49-F238E27FC236}">
                  <a16:creationId xmlns:a16="http://schemas.microsoft.com/office/drawing/2014/main" id="{31AF6D6D-C99B-B84F-BDA9-B4A0DA537EDA}"/>
                </a:ext>
              </a:extLst>
            </p:cNvPr>
            <p:cNvSpPr/>
            <p:nvPr/>
          </p:nvSpPr>
          <p:spPr>
            <a:xfrm rot="884498">
              <a:off x="11110556" y="3546672"/>
              <a:ext cx="1809585" cy="1912402"/>
            </a:xfrm>
            <a:prstGeom prst="teardrop">
              <a:avLst>
                <a:gd name="adj" fmla="val 29107"/>
              </a:avLst>
            </a:pr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 Light" panose="020F0502020204030203" pitchFamily="34" charset="0"/>
              </a:endParaRPr>
            </a:p>
          </p:txBody>
        </p:sp>
      </p:grpSp>
      <p:sp>
        <p:nvSpPr>
          <p:cNvPr id="12" name="Inhaltsplatzhalter 13">
            <a:extLst>
              <a:ext uri="{FF2B5EF4-FFF2-40B4-BE49-F238E27FC236}">
                <a16:creationId xmlns:a16="http://schemas.microsoft.com/office/drawing/2014/main" id="{FDA90057-1A54-EBE5-3A7A-A42C030A70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13269" y="1743075"/>
            <a:ext cx="6500813" cy="3960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9677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Basic ring">
            <a:extLst>
              <a:ext uri="{FF2B5EF4-FFF2-40B4-BE49-F238E27FC236}">
                <a16:creationId xmlns:a16="http://schemas.microsoft.com/office/drawing/2014/main" id="{2BFF268B-06FB-89AC-C987-25375A60D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154568" y="1846950"/>
            <a:ext cx="3888000" cy="3888000"/>
          </a:xfrm>
          <a:custGeom>
            <a:avLst/>
            <a:gdLst>
              <a:gd name="connsiteX0" fmla="*/ 1944000 w 3888000"/>
              <a:gd name="connsiteY0" fmla="*/ 288000 h 3888000"/>
              <a:gd name="connsiteX1" fmla="*/ 288000 w 3888000"/>
              <a:gd name="connsiteY1" fmla="*/ 1944000 h 3888000"/>
              <a:gd name="connsiteX2" fmla="*/ 1944000 w 3888000"/>
              <a:gd name="connsiteY2" fmla="*/ 3600000 h 3888000"/>
              <a:gd name="connsiteX3" fmla="*/ 3600000 w 3888000"/>
              <a:gd name="connsiteY3" fmla="*/ 1944000 h 3888000"/>
              <a:gd name="connsiteX4" fmla="*/ 1944000 w 3888000"/>
              <a:gd name="connsiteY4" fmla="*/ 288000 h 3888000"/>
              <a:gd name="connsiteX5" fmla="*/ 1944000 w 3888000"/>
              <a:gd name="connsiteY5" fmla="*/ 0 h 3888000"/>
              <a:gd name="connsiteX6" fmla="*/ 3888000 w 3888000"/>
              <a:gd name="connsiteY6" fmla="*/ 1944000 h 3888000"/>
              <a:gd name="connsiteX7" fmla="*/ 1944000 w 3888000"/>
              <a:gd name="connsiteY7" fmla="*/ 3888000 h 3888000"/>
              <a:gd name="connsiteX8" fmla="*/ 0 w 3888000"/>
              <a:gd name="connsiteY8" fmla="*/ 1944000 h 3888000"/>
              <a:gd name="connsiteX9" fmla="*/ 1944000 w 3888000"/>
              <a:gd name="connsiteY9" fmla="*/ 0 h 38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88000" h="3888000">
                <a:moveTo>
                  <a:pt x="1944000" y="288000"/>
                </a:moveTo>
                <a:cubicBezTo>
                  <a:pt x="1029417" y="288000"/>
                  <a:pt x="288000" y="1029417"/>
                  <a:pt x="288000" y="1944000"/>
                </a:cubicBezTo>
                <a:cubicBezTo>
                  <a:pt x="288000" y="2858583"/>
                  <a:pt x="1029417" y="3600000"/>
                  <a:pt x="1944000" y="3600000"/>
                </a:cubicBezTo>
                <a:cubicBezTo>
                  <a:pt x="2858584" y="3600000"/>
                  <a:pt x="3600000" y="2858583"/>
                  <a:pt x="3600000" y="1944000"/>
                </a:cubicBezTo>
                <a:cubicBezTo>
                  <a:pt x="3600000" y="1029417"/>
                  <a:pt x="2858584" y="288000"/>
                  <a:pt x="1944000" y="288000"/>
                </a:cubicBezTo>
                <a:close/>
                <a:moveTo>
                  <a:pt x="1944000" y="0"/>
                </a:moveTo>
                <a:cubicBezTo>
                  <a:pt x="3017642" y="0"/>
                  <a:pt x="3888000" y="870359"/>
                  <a:pt x="3888000" y="1944000"/>
                </a:cubicBezTo>
                <a:cubicBezTo>
                  <a:pt x="3888000" y="3017641"/>
                  <a:pt x="3017642" y="3888000"/>
                  <a:pt x="1944000" y="3888000"/>
                </a:cubicBezTo>
                <a:cubicBezTo>
                  <a:pt x="870358" y="3888000"/>
                  <a:pt x="0" y="3017641"/>
                  <a:pt x="0" y="1944000"/>
                </a:cubicBezTo>
                <a:cubicBezTo>
                  <a:pt x="0" y="870359"/>
                  <a:pt x="870358" y="0"/>
                  <a:pt x="1944000" y="0"/>
                </a:cubicBezTo>
                <a:close/>
              </a:path>
            </a:pathLst>
          </a:custGeom>
          <a:solidFill>
            <a:srgbClr val="00C1B6"/>
          </a:solidFill>
          <a:ln>
            <a:noFill/>
          </a:ln>
          <a:effectLst/>
        </p:spPr>
        <p:txBody>
          <a:bodyPr wrap="square" lIns="0" tIns="0" rIns="0" bIns="36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en-US" sz="1799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Line 1">
            <a:extLst>
              <a:ext uri="{FF2B5EF4-FFF2-40B4-BE49-F238E27FC236}">
                <a16:creationId xmlns:a16="http://schemas.microsoft.com/office/drawing/2014/main" id="{52222AAA-FCF8-4336-83EC-C99542D81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4010023" y="2062800"/>
            <a:ext cx="810000" cy="446933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 dirty="0">
              <a:latin typeface="+mn-lt"/>
              <a:ea typeface="Arial Unicode MS"/>
            </a:endParaRPr>
          </a:p>
        </p:txBody>
      </p:sp>
      <p:sp>
        <p:nvSpPr>
          <p:cNvPr id="9" name="Line 4">
            <a:extLst>
              <a:ext uri="{FF2B5EF4-FFF2-40B4-BE49-F238E27FC236}">
                <a16:creationId xmlns:a16="http://schemas.microsoft.com/office/drawing/2014/main" id="{3B2AAE61-907E-28B3-DB71-6EDBE262F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 flipH="1">
            <a:off x="7371979" y="2062800"/>
            <a:ext cx="810000" cy="446886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 dirty="0">
              <a:latin typeface="+mn-lt"/>
              <a:ea typeface="Arial Unicode MS"/>
            </a:endParaRPr>
          </a:p>
        </p:txBody>
      </p:sp>
      <p:cxnSp>
        <p:nvCxnSpPr>
          <p:cNvPr id="12" name="Line 2">
            <a:extLst>
              <a:ext uri="{FF2B5EF4-FFF2-40B4-BE49-F238E27FC236}">
                <a16:creationId xmlns:a16="http://schemas.microsoft.com/office/drawing/2014/main" id="{ECCFBA46-BD19-90E8-633C-D66216662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 bwMode="gray">
          <a:xfrm flipH="1">
            <a:off x="3650400" y="3731720"/>
            <a:ext cx="648000" cy="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</p:cxnSp>
      <p:cxnSp>
        <p:nvCxnSpPr>
          <p:cNvPr id="14" name="Line 5">
            <a:extLst>
              <a:ext uri="{FF2B5EF4-FFF2-40B4-BE49-F238E27FC236}">
                <a16:creationId xmlns:a16="http://schemas.microsoft.com/office/drawing/2014/main" id="{AEF276FC-E51B-ADD7-E34F-78E6C44C3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7898400" y="3731721"/>
            <a:ext cx="648000" cy="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</p:cxnSp>
      <p:sp>
        <p:nvSpPr>
          <p:cNvPr id="17" name="Line 3">
            <a:extLst>
              <a:ext uri="{FF2B5EF4-FFF2-40B4-BE49-F238E27FC236}">
                <a16:creationId xmlns:a16="http://schemas.microsoft.com/office/drawing/2014/main" id="{7644333A-FAC4-E67C-5E68-DEB95E512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 flipV="1">
            <a:off x="4010023" y="5091120"/>
            <a:ext cx="828000" cy="463680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 dirty="0">
              <a:latin typeface="+mn-lt"/>
              <a:ea typeface="Arial Unicode MS"/>
            </a:endParaRPr>
          </a:p>
        </p:txBody>
      </p:sp>
      <p:sp>
        <p:nvSpPr>
          <p:cNvPr id="18" name="Line 6">
            <a:extLst>
              <a:ext uri="{FF2B5EF4-FFF2-40B4-BE49-F238E27FC236}">
                <a16:creationId xmlns:a16="http://schemas.microsoft.com/office/drawing/2014/main" id="{BE4778DD-2CC1-C71D-5506-1A23C2E92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 flipH="1" flipV="1">
            <a:off x="7353979" y="5091120"/>
            <a:ext cx="828000" cy="463680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 dirty="0">
              <a:latin typeface="+mn-lt"/>
              <a:ea typeface="Arial Unicode MS"/>
            </a:endParaRPr>
          </a:p>
        </p:txBody>
      </p:sp>
      <p:sp>
        <p:nvSpPr>
          <p:cNvPr id="21" name="Inhaltsplatzhalter 20">
            <a:extLst>
              <a:ext uri="{FF2B5EF4-FFF2-40B4-BE49-F238E27FC236}">
                <a16:creationId xmlns:a16="http://schemas.microsoft.com/office/drawing/2014/main" id="{5B244317-59EC-AF83-4059-9020F606075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23060" y="1890534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2" name="Inhaltsplatzhalter 20">
            <a:extLst>
              <a:ext uri="{FF2B5EF4-FFF2-40B4-BE49-F238E27FC236}">
                <a16:creationId xmlns:a16="http://schemas.microsoft.com/office/drawing/2014/main" id="{715885D9-C981-DF0E-C815-8ABDC698A9B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0770" y="3546534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3" name="Inhaltsplatzhalter 20">
            <a:extLst>
              <a:ext uri="{FF2B5EF4-FFF2-40B4-BE49-F238E27FC236}">
                <a16:creationId xmlns:a16="http://schemas.microsoft.com/office/drawing/2014/main" id="{65D79751-DB1C-EE31-6635-B1A4B3A5D7C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3060" y="5387720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4" name="Inhaltsplatzhalter 20">
            <a:extLst>
              <a:ext uri="{FF2B5EF4-FFF2-40B4-BE49-F238E27FC236}">
                <a16:creationId xmlns:a16="http://schemas.microsoft.com/office/drawing/2014/main" id="{011E6B69-0151-5BD6-136C-7CE07AB7819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653310" y="3527365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5" name="Inhaltsplatzhalter 20">
            <a:extLst>
              <a:ext uri="{FF2B5EF4-FFF2-40B4-BE49-F238E27FC236}">
                <a16:creationId xmlns:a16="http://schemas.microsoft.com/office/drawing/2014/main" id="{D6E23708-D294-CCB1-BAB7-0A8CDD5E84B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99398" y="1890534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6" name="Inhaltsplatzhalter 20">
            <a:extLst>
              <a:ext uri="{FF2B5EF4-FFF2-40B4-BE49-F238E27FC236}">
                <a16:creationId xmlns:a16="http://schemas.microsoft.com/office/drawing/2014/main" id="{B00CC97C-3BF1-9909-3933-E5D6B6C948C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99398" y="5315342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1839735-EB51-E42C-8032-0EA7274B39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38700" y="2868613"/>
            <a:ext cx="2533650" cy="1865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5996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Basic ring">
            <a:extLst>
              <a:ext uri="{FF2B5EF4-FFF2-40B4-BE49-F238E27FC236}">
                <a16:creationId xmlns:a16="http://schemas.microsoft.com/office/drawing/2014/main" id="{896CF7F3-B5FA-11F8-3898-EECAC73CC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154568" y="1846950"/>
            <a:ext cx="3888000" cy="3888000"/>
          </a:xfrm>
          <a:custGeom>
            <a:avLst/>
            <a:gdLst>
              <a:gd name="connsiteX0" fmla="*/ 1944000 w 3888000"/>
              <a:gd name="connsiteY0" fmla="*/ 288000 h 3888000"/>
              <a:gd name="connsiteX1" fmla="*/ 288000 w 3888000"/>
              <a:gd name="connsiteY1" fmla="*/ 1944000 h 3888000"/>
              <a:gd name="connsiteX2" fmla="*/ 1944000 w 3888000"/>
              <a:gd name="connsiteY2" fmla="*/ 3600000 h 3888000"/>
              <a:gd name="connsiteX3" fmla="*/ 3600000 w 3888000"/>
              <a:gd name="connsiteY3" fmla="*/ 1944000 h 3888000"/>
              <a:gd name="connsiteX4" fmla="*/ 1944000 w 3888000"/>
              <a:gd name="connsiteY4" fmla="*/ 288000 h 3888000"/>
              <a:gd name="connsiteX5" fmla="*/ 1944000 w 3888000"/>
              <a:gd name="connsiteY5" fmla="*/ 0 h 3888000"/>
              <a:gd name="connsiteX6" fmla="*/ 3888000 w 3888000"/>
              <a:gd name="connsiteY6" fmla="*/ 1944000 h 3888000"/>
              <a:gd name="connsiteX7" fmla="*/ 1944000 w 3888000"/>
              <a:gd name="connsiteY7" fmla="*/ 3888000 h 3888000"/>
              <a:gd name="connsiteX8" fmla="*/ 0 w 3888000"/>
              <a:gd name="connsiteY8" fmla="*/ 1944000 h 3888000"/>
              <a:gd name="connsiteX9" fmla="*/ 1944000 w 3888000"/>
              <a:gd name="connsiteY9" fmla="*/ 0 h 38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88000" h="3888000">
                <a:moveTo>
                  <a:pt x="1944000" y="288000"/>
                </a:moveTo>
                <a:cubicBezTo>
                  <a:pt x="1029417" y="288000"/>
                  <a:pt x="288000" y="1029417"/>
                  <a:pt x="288000" y="1944000"/>
                </a:cubicBezTo>
                <a:cubicBezTo>
                  <a:pt x="288000" y="2858583"/>
                  <a:pt x="1029417" y="3600000"/>
                  <a:pt x="1944000" y="3600000"/>
                </a:cubicBezTo>
                <a:cubicBezTo>
                  <a:pt x="2858584" y="3600000"/>
                  <a:pt x="3600000" y="2858583"/>
                  <a:pt x="3600000" y="1944000"/>
                </a:cubicBezTo>
                <a:cubicBezTo>
                  <a:pt x="3600000" y="1029417"/>
                  <a:pt x="2858584" y="288000"/>
                  <a:pt x="1944000" y="288000"/>
                </a:cubicBezTo>
                <a:close/>
                <a:moveTo>
                  <a:pt x="1944000" y="0"/>
                </a:moveTo>
                <a:cubicBezTo>
                  <a:pt x="3017642" y="0"/>
                  <a:pt x="3888000" y="870359"/>
                  <a:pt x="3888000" y="1944000"/>
                </a:cubicBezTo>
                <a:cubicBezTo>
                  <a:pt x="3888000" y="3017641"/>
                  <a:pt x="3017642" y="3888000"/>
                  <a:pt x="1944000" y="3888000"/>
                </a:cubicBezTo>
                <a:cubicBezTo>
                  <a:pt x="870358" y="3888000"/>
                  <a:pt x="0" y="3017641"/>
                  <a:pt x="0" y="1944000"/>
                </a:cubicBezTo>
                <a:cubicBezTo>
                  <a:pt x="0" y="870359"/>
                  <a:pt x="870358" y="0"/>
                  <a:pt x="1944000" y="0"/>
                </a:cubicBezTo>
                <a:close/>
              </a:path>
            </a:pathLst>
          </a:custGeom>
          <a:solidFill>
            <a:srgbClr val="009999"/>
          </a:solidFill>
          <a:ln>
            <a:noFill/>
          </a:ln>
          <a:effectLst/>
        </p:spPr>
        <p:txBody>
          <a:bodyPr wrap="square" lIns="683644" tIns="143925" rIns="683644" bIns="143925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en-US" sz="1799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Line 1">
            <a:extLst>
              <a:ext uri="{FF2B5EF4-FFF2-40B4-BE49-F238E27FC236}">
                <a16:creationId xmlns:a16="http://schemas.microsoft.com/office/drawing/2014/main" id="{DB8C53AA-063B-04E2-4D6F-3EA2EBED4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4010023" y="2062800"/>
            <a:ext cx="810000" cy="446933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 dirty="0">
              <a:latin typeface="+mn-lt"/>
              <a:ea typeface="Arial Unicode MS"/>
            </a:endParaRPr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FE17DE17-E054-50E2-4149-0DA057380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 flipH="1">
            <a:off x="7371979" y="2062800"/>
            <a:ext cx="810000" cy="446886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 dirty="0">
              <a:latin typeface="+mn-lt"/>
              <a:ea typeface="Arial Unicode MS"/>
            </a:endParaRPr>
          </a:p>
        </p:txBody>
      </p:sp>
      <p:cxnSp>
        <p:nvCxnSpPr>
          <p:cNvPr id="12" name="Line 2">
            <a:extLst>
              <a:ext uri="{FF2B5EF4-FFF2-40B4-BE49-F238E27FC236}">
                <a16:creationId xmlns:a16="http://schemas.microsoft.com/office/drawing/2014/main" id="{531C37F0-BC00-24C2-E64D-271E01C53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 bwMode="gray">
          <a:xfrm flipH="1">
            <a:off x="3650400" y="3731720"/>
            <a:ext cx="648000" cy="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</p:cxnSp>
      <p:cxnSp>
        <p:nvCxnSpPr>
          <p:cNvPr id="14" name="Line 5">
            <a:extLst>
              <a:ext uri="{FF2B5EF4-FFF2-40B4-BE49-F238E27FC236}">
                <a16:creationId xmlns:a16="http://schemas.microsoft.com/office/drawing/2014/main" id="{1ADE848E-8E0A-635E-24C0-3D4FA58A9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7898400" y="3731721"/>
            <a:ext cx="648000" cy="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</p:cxnSp>
      <p:sp>
        <p:nvSpPr>
          <p:cNvPr id="17" name="Line 3">
            <a:extLst>
              <a:ext uri="{FF2B5EF4-FFF2-40B4-BE49-F238E27FC236}">
                <a16:creationId xmlns:a16="http://schemas.microsoft.com/office/drawing/2014/main" id="{C3EADE15-4388-B3D1-3E47-797EAF95E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 flipV="1">
            <a:off x="4010023" y="5091120"/>
            <a:ext cx="828000" cy="463680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 dirty="0">
              <a:latin typeface="+mn-lt"/>
              <a:ea typeface="Arial Unicode MS"/>
            </a:endParaRPr>
          </a:p>
        </p:txBody>
      </p:sp>
      <p:sp>
        <p:nvSpPr>
          <p:cNvPr id="18" name="Line 6">
            <a:extLst>
              <a:ext uri="{FF2B5EF4-FFF2-40B4-BE49-F238E27FC236}">
                <a16:creationId xmlns:a16="http://schemas.microsoft.com/office/drawing/2014/main" id="{B2C0FF9C-F937-ECB1-03F1-DC02851CB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 flipH="1" flipV="1">
            <a:off x="7353979" y="5091120"/>
            <a:ext cx="828000" cy="463680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 dirty="0">
              <a:latin typeface="+mn-lt"/>
              <a:ea typeface="Arial Unicode MS"/>
            </a:endParaRPr>
          </a:p>
        </p:txBody>
      </p:sp>
      <p:sp>
        <p:nvSpPr>
          <p:cNvPr id="20" name="Inhaltsplatzhalter 20">
            <a:extLst>
              <a:ext uri="{FF2B5EF4-FFF2-40B4-BE49-F238E27FC236}">
                <a16:creationId xmlns:a16="http://schemas.microsoft.com/office/drawing/2014/main" id="{0914C7A8-61EA-5DE7-AC4C-ADA9ECC6D27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23060" y="1890534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1" name="Inhaltsplatzhalter 20">
            <a:extLst>
              <a:ext uri="{FF2B5EF4-FFF2-40B4-BE49-F238E27FC236}">
                <a16:creationId xmlns:a16="http://schemas.microsoft.com/office/drawing/2014/main" id="{EC1BF563-AD3D-5403-C345-35A4E0CAD47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0770" y="3546534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2" name="Inhaltsplatzhalter 20">
            <a:extLst>
              <a:ext uri="{FF2B5EF4-FFF2-40B4-BE49-F238E27FC236}">
                <a16:creationId xmlns:a16="http://schemas.microsoft.com/office/drawing/2014/main" id="{4C6C916D-807B-12DA-C97C-034BDE531DC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3060" y="5387720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3" name="Inhaltsplatzhalter 20">
            <a:extLst>
              <a:ext uri="{FF2B5EF4-FFF2-40B4-BE49-F238E27FC236}">
                <a16:creationId xmlns:a16="http://schemas.microsoft.com/office/drawing/2014/main" id="{9C2F2855-E06C-63FA-A128-9DF3957D85F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653310" y="3527365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4" name="Inhaltsplatzhalter 20">
            <a:extLst>
              <a:ext uri="{FF2B5EF4-FFF2-40B4-BE49-F238E27FC236}">
                <a16:creationId xmlns:a16="http://schemas.microsoft.com/office/drawing/2014/main" id="{AEB02249-1E50-C2B4-1F35-17881349BB8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99398" y="1890534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5" name="Inhaltsplatzhalter 20">
            <a:extLst>
              <a:ext uri="{FF2B5EF4-FFF2-40B4-BE49-F238E27FC236}">
                <a16:creationId xmlns:a16="http://schemas.microsoft.com/office/drawing/2014/main" id="{3D31DE84-A51B-6C00-B563-0234B9F0A82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99398" y="5315342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5CBC84DF-1957-E06F-0F8E-C1873244435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38700" y="2851150"/>
            <a:ext cx="2514600" cy="1809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3030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Street" descr="Street illustration">
            <a:extLst>
              <a:ext uri="{FF2B5EF4-FFF2-40B4-BE49-F238E27FC236}">
                <a16:creationId xmlns:a16="http://schemas.microsoft.com/office/drawing/2014/main" id="{92CB7DF2-8D92-82E1-A203-925B171898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8800"/>
            <a:ext cx="12193275" cy="3725723"/>
          </a:xfrm>
          <a:prstGeom prst="rect">
            <a:avLst/>
          </a:prstGeom>
        </p:spPr>
      </p:pic>
      <p:cxnSp>
        <p:nvCxnSpPr>
          <p:cNvPr id="9" name="Gerade Verbindung 52">
            <a:extLst>
              <a:ext uri="{FF2B5EF4-FFF2-40B4-BE49-F238E27FC236}">
                <a16:creationId xmlns:a16="http://schemas.microsoft.com/office/drawing/2014/main" id="{2558C90F-04FF-A5FF-4D97-FF87A7ADC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407267" y="2010783"/>
            <a:ext cx="0" cy="1846713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Gerade Verbindung 52">
            <a:extLst>
              <a:ext uri="{FF2B5EF4-FFF2-40B4-BE49-F238E27FC236}">
                <a16:creationId xmlns:a16="http://schemas.microsoft.com/office/drawing/2014/main" id="{737FB739-5400-B0B0-7784-9E560C151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2207267" y="2010783"/>
            <a:ext cx="0" cy="700571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Gerade Verbindung 52">
            <a:extLst>
              <a:ext uri="{FF2B5EF4-FFF2-40B4-BE49-F238E27FC236}">
                <a16:creationId xmlns:a16="http://schemas.microsoft.com/office/drawing/2014/main" id="{8E45B3F8-C49A-FE73-167C-6DB67C263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 flipV="1">
            <a:off x="4726800" y="2709446"/>
            <a:ext cx="0" cy="1408821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Gerade Verbindung 52">
            <a:extLst>
              <a:ext uri="{FF2B5EF4-FFF2-40B4-BE49-F238E27FC236}">
                <a16:creationId xmlns:a16="http://schemas.microsoft.com/office/drawing/2014/main" id="{F50FCB8D-F60E-2FA7-57EE-91CB68055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5770800" y="4134501"/>
            <a:ext cx="0" cy="674882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Gerade Verbindung 52">
            <a:extLst>
              <a:ext uri="{FF2B5EF4-FFF2-40B4-BE49-F238E27FC236}">
                <a16:creationId xmlns:a16="http://schemas.microsoft.com/office/drawing/2014/main" id="{CEBA0A59-2489-6F77-00EA-85652EBEB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7354800" y="563600"/>
            <a:ext cx="0" cy="2164966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Gerade Verbindung 52">
            <a:extLst>
              <a:ext uri="{FF2B5EF4-FFF2-40B4-BE49-F238E27FC236}">
                <a16:creationId xmlns:a16="http://schemas.microsoft.com/office/drawing/2014/main" id="{F60CB658-99FB-4B6D-4EB4-A7741DD63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8614800" y="563600"/>
            <a:ext cx="0" cy="1144859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Gerade Verbindung 52">
            <a:extLst>
              <a:ext uri="{FF2B5EF4-FFF2-40B4-BE49-F238E27FC236}">
                <a16:creationId xmlns:a16="http://schemas.microsoft.com/office/drawing/2014/main" id="{5BA6232D-EB93-2BCC-8B8A-78D87043B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10918800" y="2673095"/>
            <a:ext cx="0" cy="919772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B8B8427B-73A2-5211-13CC-1365CE51629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7975" y="3956050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30" name="Inhaltsplatzhalter 28">
            <a:extLst>
              <a:ext uri="{FF2B5EF4-FFF2-40B4-BE49-F238E27FC236}">
                <a16:creationId xmlns:a16="http://schemas.microsoft.com/office/drawing/2014/main" id="{F1B1E31D-7736-D222-8CCD-B5C1DA4946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98801" y="2919283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1" name="Inhaltsplatzhalter 28">
            <a:extLst>
              <a:ext uri="{FF2B5EF4-FFF2-40B4-BE49-F238E27FC236}">
                <a16:creationId xmlns:a16="http://schemas.microsoft.com/office/drawing/2014/main" id="{34B4E45D-8040-1EF3-5CC1-EB3A6AE5213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22978" y="1136029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2" name="Inhaltsplatzhalter 28">
            <a:extLst>
              <a:ext uri="{FF2B5EF4-FFF2-40B4-BE49-F238E27FC236}">
                <a16:creationId xmlns:a16="http://schemas.microsoft.com/office/drawing/2014/main" id="{54731F48-32B1-1DDF-592C-788307B8961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67160" y="4894262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3" name="Inhaltsplatzhalter 28">
            <a:extLst>
              <a:ext uri="{FF2B5EF4-FFF2-40B4-BE49-F238E27FC236}">
                <a16:creationId xmlns:a16="http://schemas.microsoft.com/office/drawing/2014/main" id="{B9F2461E-CDD0-7B06-3006-C95BED68F7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038688" y="2778674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4" name="Inhaltsplatzhalter 28">
            <a:extLst>
              <a:ext uri="{FF2B5EF4-FFF2-40B4-BE49-F238E27FC236}">
                <a16:creationId xmlns:a16="http://schemas.microsoft.com/office/drawing/2014/main" id="{D5CCEA6F-17D6-289A-D776-AB582D02B26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21335" y="1266477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5" name="Inhaltsplatzhalter 28">
            <a:extLst>
              <a:ext uri="{FF2B5EF4-FFF2-40B4-BE49-F238E27FC236}">
                <a16:creationId xmlns:a16="http://schemas.microsoft.com/office/drawing/2014/main" id="{4E7B10C6-5F66-F1E7-7C61-E03B38E4AFD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266947" y="3611180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4769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Street" descr="Street illustration">
            <a:extLst>
              <a:ext uri="{FF2B5EF4-FFF2-40B4-BE49-F238E27FC236}">
                <a16:creationId xmlns:a16="http://schemas.microsoft.com/office/drawing/2014/main" id="{5410EE99-C39B-1207-0B79-FF58A0629C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8800"/>
            <a:ext cx="12193275" cy="3725723"/>
          </a:xfrm>
          <a:prstGeom prst="rect">
            <a:avLst/>
          </a:prstGeom>
        </p:spPr>
      </p:pic>
      <p:cxnSp>
        <p:nvCxnSpPr>
          <p:cNvPr id="6" name="Gerade Verbindung 52">
            <a:extLst>
              <a:ext uri="{FF2B5EF4-FFF2-40B4-BE49-F238E27FC236}">
                <a16:creationId xmlns:a16="http://schemas.microsoft.com/office/drawing/2014/main" id="{49BD72D5-A2EB-26D9-8BD2-5C5950DFE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407267" y="2010783"/>
            <a:ext cx="0" cy="1846713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Gerade Verbindung 52">
            <a:extLst>
              <a:ext uri="{FF2B5EF4-FFF2-40B4-BE49-F238E27FC236}">
                <a16:creationId xmlns:a16="http://schemas.microsoft.com/office/drawing/2014/main" id="{19D493CD-92A4-700B-56DA-46C545BBF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2207267" y="2010783"/>
            <a:ext cx="0" cy="700571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Gerade Verbindung 52">
            <a:extLst>
              <a:ext uri="{FF2B5EF4-FFF2-40B4-BE49-F238E27FC236}">
                <a16:creationId xmlns:a16="http://schemas.microsoft.com/office/drawing/2014/main" id="{0A891FC0-6645-23C7-E0F0-B6AEC1559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 flipV="1">
            <a:off x="4726800" y="2709446"/>
            <a:ext cx="0" cy="1408821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Gerade Verbindung 52">
            <a:extLst>
              <a:ext uri="{FF2B5EF4-FFF2-40B4-BE49-F238E27FC236}">
                <a16:creationId xmlns:a16="http://schemas.microsoft.com/office/drawing/2014/main" id="{F4A70BE1-EAAD-A17A-460E-A7368D25A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5770800" y="4134501"/>
            <a:ext cx="0" cy="674882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Gerade Verbindung 52">
            <a:extLst>
              <a:ext uri="{FF2B5EF4-FFF2-40B4-BE49-F238E27FC236}">
                <a16:creationId xmlns:a16="http://schemas.microsoft.com/office/drawing/2014/main" id="{453C0A8C-1F30-F839-EE2B-225826172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7354800" y="563600"/>
            <a:ext cx="0" cy="2164966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Gerade Verbindung 52">
            <a:extLst>
              <a:ext uri="{FF2B5EF4-FFF2-40B4-BE49-F238E27FC236}">
                <a16:creationId xmlns:a16="http://schemas.microsoft.com/office/drawing/2014/main" id="{EA9EB94B-6E7D-9D2B-2FA3-DDAFAFBC5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8614800" y="563600"/>
            <a:ext cx="0" cy="1144859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Gerade Verbindung 52">
            <a:extLst>
              <a:ext uri="{FF2B5EF4-FFF2-40B4-BE49-F238E27FC236}">
                <a16:creationId xmlns:a16="http://schemas.microsoft.com/office/drawing/2014/main" id="{2204B7EA-63EE-6085-314D-41CAE4240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10918800" y="2673095"/>
            <a:ext cx="0" cy="919772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Inhaltsplatzhalter 28">
            <a:extLst>
              <a:ext uri="{FF2B5EF4-FFF2-40B4-BE49-F238E27FC236}">
                <a16:creationId xmlns:a16="http://schemas.microsoft.com/office/drawing/2014/main" id="{A5C38F65-47EE-BCB1-779B-38B564ABCE1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7975" y="3956050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E685B805-F8CF-BD9D-10B5-95AE72E3C0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98801" y="2919283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0" name="Inhaltsplatzhalter 28">
            <a:extLst>
              <a:ext uri="{FF2B5EF4-FFF2-40B4-BE49-F238E27FC236}">
                <a16:creationId xmlns:a16="http://schemas.microsoft.com/office/drawing/2014/main" id="{44FE30EE-8A75-7AFA-8324-3BA3674CC3D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22978" y="1136029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1" name="Inhaltsplatzhalter 28">
            <a:extLst>
              <a:ext uri="{FF2B5EF4-FFF2-40B4-BE49-F238E27FC236}">
                <a16:creationId xmlns:a16="http://schemas.microsoft.com/office/drawing/2014/main" id="{F106F464-E4B0-A233-864E-4E30481C835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67160" y="4894262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2" name="Inhaltsplatzhalter 28">
            <a:extLst>
              <a:ext uri="{FF2B5EF4-FFF2-40B4-BE49-F238E27FC236}">
                <a16:creationId xmlns:a16="http://schemas.microsoft.com/office/drawing/2014/main" id="{9580E680-39F3-13D2-6B42-F12B1F7F28E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038688" y="2778674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3" name="Inhaltsplatzhalter 28">
            <a:extLst>
              <a:ext uri="{FF2B5EF4-FFF2-40B4-BE49-F238E27FC236}">
                <a16:creationId xmlns:a16="http://schemas.microsoft.com/office/drawing/2014/main" id="{71F83E28-839E-8D65-5968-29EAD77C04E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21335" y="1266477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4" name="Inhaltsplatzhalter 28">
            <a:extLst>
              <a:ext uri="{FF2B5EF4-FFF2-40B4-BE49-F238E27FC236}">
                <a16:creationId xmlns:a16="http://schemas.microsoft.com/office/drawing/2014/main" id="{6AB316AF-E093-EE59-3906-D2ACB16E7E6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266947" y="3611180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1968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Target" descr="Radial diagram">
            <a:extLst>
              <a:ext uri="{FF2B5EF4-FFF2-40B4-BE49-F238E27FC236}">
                <a16:creationId xmlns:a16="http://schemas.microsoft.com/office/drawing/2014/main" id="{6620A562-71E3-A5AE-7673-8362711FA8F4}"/>
              </a:ext>
            </a:extLst>
          </p:cNvPr>
          <p:cNvGrpSpPr>
            <a:grpSpLocks/>
          </p:cNvGrpSpPr>
          <p:nvPr userDrawn="1"/>
        </p:nvGrpSpPr>
        <p:grpSpPr>
          <a:xfrm>
            <a:off x="411163" y="1926999"/>
            <a:ext cx="3861964" cy="3861964"/>
            <a:chOff x="396874" y="1578389"/>
            <a:chExt cx="4425536" cy="4425536"/>
          </a:xfrm>
        </p:grpSpPr>
        <p:sp>
          <p:nvSpPr>
            <p:cNvPr id="4" name="Ellipse 17">
              <a:extLst>
                <a:ext uri="{FF2B5EF4-FFF2-40B4-BE49-F238E27FC236}">
                  <a16:creationId xmlns:a16="http://schemas.microsoft.com/office/drawing/2014/main" id="{377F0486-576D-A133-FB46-567DE55C71E8}"/>
                </a:ext>
              </a:extLst>
            </p:cNvPr>
            <p:cNvSpPr/>
            <p:nvPr/>
          </p:nvSpPr>
          <p:spPr bwMode="auto">
            <a:xfrm>
              <a:off x="396874" y="1578389"/>
              <a:ext cx="4425536" cy="4425536"/>
            </a:xfrm>
            <a:custGeom>
              <a:avLst/>
              <a:gdLst/>
              <a:ahLst/>
              <a:cxnLst/>
              <a:rect l="l" t="t" r="r" b="b"/>
              <a:pathLst>
                <a:path w="3960000" h="3960000">
                  <a:moveTo>
                    <a:pt x="1980000" y="360000"/>
                  </a:moveTo>
                  <a:cubicBezTo>
                    <a:pt x="1085299" y="360000"/>
                    <a:pt x="360000" y="1085299"/>
                    <a:pt x="360000" y="1980000"/>
                  </a:cubicBezTo>
                  <a:cubicBezTo>
                    <a:pt x="360000" y="2874701"/>
                    <a:pt x="1085299" y="3600000"/>
                    <a:pt x="1980000" y="3600000"/>
                  </a:cubicBezTo>
                  <a:cubicBezTo>
                    <a:pt x="2874701" y="3600000"/>
                    <a:pt x="3600000" y="2874701"/>
                    <a:pt x="3600000" y="1980000"/>
                  </a:cubicBezTo>
                  <a:cubicBezTo>
                    <a:pt x="3600000" y="1085299"/>
                    <a:pt x="2874701" y="360000"/>
                    <a:pt x="1980000" y="360000"/>
                  </a:cubicBezTo>
                  <a:close/>
                  <a:moveTo>
                    <a:pt x="1980000" y="0"/>
                  </a:moveTo>
                  <a:cubicBezTo>
                    <a:pt x="3073524" y="0"/>
                    <a:pt x="3960000" y="886476"/>
                    <a:pt x="3960000" y="1980000"/>
                  </a:cubicBezTo>
                  <a:cubicBezTo>
                    <a:pt x="3960000" y="3073524"/>
                    <a:pt x="3073524" y="3960000"/>
                    <a:pt x="1980000" y="3960000"/>
                  </a:cubicBezTo>
                  <a:cubicBezTo>
                    <a:pt x="886476" y="3960000"/>
                    <a:pt x="0" y="3073524"/>
                    <a:pt x="0" y="1980000"/>
                  </a:cubicBezTo>
                  <a:cubicBezTo>
                    <a:pt x="0" y="886476"/>
                    <a:pt x="886476" y="0"/>
                    <a:pt x="1980000" y="0"/>
                  </a:cubicBezTo>
                  <a:close/>
                </a:path>
              </a:pathLst>
            </a:custGeom>
            <a:solidFill>
              <a:srgbClr val="00C1B6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 i="1" dirty="0">
                <a:latin typeface="+mn-lt"/>
              </a:endParaRPr>
            </a:p>
          </p:txBody>
        </p:sp>
        <p:sp>
          <p:nvSpPr>
            <p:cNvPr id="8" name="Ellipse 25">
              <a:extLst>
                <a:ext uri="{FF2B5EF4-FFF2-40B4-BE49-F238E27FC236}">
                  <a16:creationId xmlns:a16="http://schemas.microsoft.com/office/drawing/2014/main" id="{A0AA49D0-C4B2-96A5-1439-EC65E8CB39E4}"/>
                </a:ext>
              </a:extLst>
            </p:cNvPr>
            <p:cNvSpPr/>
            <p:nvPr/>
          </p:nvSpPr>
          <p:spPr bwMode="auto">
            <a:xfrm>
              <a:off x="1000357" y="2181871"/>
              <a:ext cx="3218572" cy="3218572"/>
            </a:xfrm>
            <a:custGeom>
              <a:avLst/>
              <a:gdLst/>
              <a:ahLst/>
              <a:cxnLst/>
              <a:rect l="l" t="t" r="r" b="b"/>
              <a:pathLst>
                <a:path w="2880000" h="2880000">
                  <a:moveTo>
                    <a:pt x="1440000" y="360000"/>
                  </a:moveTo>
                  <a:cubicBezTo>
                    <a:pt x="843532" y="360000"/>
                    <a:pt x="360000" y="843532"/>
                    <a:pt x="360000" y="1440000"/>
                  </a:cubicBezTo>
                  <a:cubicBezTo>
                    <a:pt x="360000" y="2036468"/>
                    <a:pt x="843532" y="2520000"/>
                    <a:pt x="1440000" y="2520000"/>
                  </a:cubicBezTo>
                  <a:cubicBezTo>
                    <a:pt x="2036468" y="2520000"/>
                    <a:pt x="2520000" y="2036468"/>
                    <a:pt x="2520000" y="1440000"/>
                  </a:cubicBezTo>
                  <a:cubicBezTo>
                    <a:pt x="2520000" y="843532"/>
                    <a:pt x="2036468" y="360000"/>
                    <a:pt x="1440000" y="360000"/>
                  </a:cubicBezTo>
                  <a:close/>
                  <a:moveTo>
                    <a:pt x="1440000" y="0"/>
                  </a:moveTo>
                  <a:cubicBezTo>
                    <a:pt x="2235290" y="0"/>
                    <a:pt x="2880000" y="644710"/>
                    <a:pt x="2880000" y="1440000"/>
                  </a:cubicBezTo>
                  <a:cubicBezTo>
                    <a:pt x="2880000" y="2235290"/>
                    <a:pt x="2235290" y="2880000"/>
                    <a:pt x="1440000" y="2880000"/>
                  </a:cubicBezTo>
                  <a:cubicBezTo>
                    <a:pt x="644710" y="2880000"/>
                    <a:pt x="0" y="2235290"/>
                    <a:pt x="0" y="1440000"/>
                  </a:cubicBezTo>
                  <a:cubicBezTo>
                    <a:pt x="0" y="644710"/>
                    <a:pt x="644710" y="0"/>
                    <a:pt x="1440000" y="0"/>
                  </a:cubicBezTo>
                  <a:close/>
                </a:path>
              </a:pathLst>
            </a:custGeom>
            <a:solidFill>
              <a:srgbClr val="66667E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 i="1" dirty="0">
                <a:latin typeface="+mn-lt"/>
              </a:endParaRPr>
            </a:p>
          </p:txBody>
        </p:sp>
        <p:sp>
          <p:nvSpPr>
            <p:cNvPr id="9" name="Ellipse 26">
              <a:extLst>
                <a:ext uri="{FF2B5EF4-FFF2-40B4-BE49-F238E27FC236}">
                  <a16:creationId xmlns:a16="http://schemas.microsoft.com/office/drawing/2014/main" id="{F1F52135-44B0-CD04-9D07-3E0C397FBAE0}"/>
                </a:ext>
              </a:extLst>
            </p:cNvPr>
            <p:cNvSpPr/>
            <p:nvPr/>
          </p:nvSpPr>
          <p:spPr bwMode="auto">
            <a:xfrm>
              <a:off x="1603839" y="2785353"/>
              <a:ext cx="2011607" cy="2011607"/>
            </a:xfrm>
            <a:custGeom>
              <a:avLst/>
              <a:gdLst/>
              <a:ahLst/>
              <a:cxnLst/>
              <a:rect l="l" t="t" r="r" b="b"/>
              <a:pathLst>
                <a:path w="1800000" h="1800000">
                  <a:moveTo>
                    <a:pt x="900000" y="360000"/>
                  </a:moveTo>
                  <a:cubicBezTo>
                    <a:pt x="601766" y="360000"/>
                    <a:pt x="360000" y="601766"/>
                    <a:pt x="360000" y="900000"/>
                  </a:cubicBezTo>
                  <a:cubicBezTo>
                    <a:pt x="360000" y="1198234"/>
                    <a:pt x="601766" y="1440000"/>
                    <a:pt x="900000" y="1440000"/>
                  </a:cubicBezTo>
                  <a:cubicBezTo>
                    <a:pt x="1198234" y="1440000"/>
                    <a:pt x="1440000" y="1198234"/>
                    <a:pt x="1440000" y="900000"/>
                  </a:cubicBezTo>
                  <a:cubicBezTo>
                    <a:pt x="1440000" y="601766"/>
                    <a:pt x="1198234" y="360000"/>
                    <a:pt x="900000" y="360000"/>
                  </a:cubicBezTo>
                  <a:close/>
                  <a:moveTo>
                    <a:pt x="900000" y="0"/>
                  </a:moveTo>
                  <a:cubicBezTo>
                    <a:pt x="1397056" y="0"/>
                    <a:pt x="1800000" y="402944"/>
                    <a:pt x="1800000" y="900000"/>
                  </a:cubicBezTo>
                  <a:cubicBezTo>
                    <a:pt x="1800000" y="1397056"/>
                    <a:pt x="1397056" y="1800000"/>
                    <a:pt x="900000" y="1800000"/>
                  </a:cubicBezTo>
                  <a:cubicBezTo>
                    <a:pt x="402944" y="1800000"/>
                    <a:pt x="0" y="1397056"/>
                    <a:pt x="0" y="900000"/>
                  </a:cubicBezTo>
                  <a:cubicBezTo>
                    <a:pt x="0" y="402944"/>
                    <a:pt x="402944" y="0"/>
                    <a:pt x="900000" y="0"/>
                  </a:cubicBezTo>
                  <a:close/>
                </a:path>
              </a:pathLst>
            </a:custGeom>
            <a:solidFill>
              <a:srgbClr val="333353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 i="1" dirty="0">
                <a:latin typeface="+mn-lt"/>
              </a:endParaRPr>
            </a:p>
          </p:txBody>
        </p:sp>
        <p:sp>
          <p:nvSpPr>
            <p:cNvPr id="10" name="Ellipse 19">
              <a:extLst>
                <a:ext uri="{FF2B5EF4-FFF2-40B4-BE49-F238E27FC236}">
                  <a16:creationId xmlns:a16="http://schemas.microsoft.com/office/drawing/2014/main" id="{E7F3F115-19E2-960B-9CB7-8E477AB999AE}"/>
                </a:ext>
              </a:extLst>
            </p:cNvPr>
            <p:cNvSpPr/>
            <p:nvPr/>
          </p:nvSpPr>
          <p:spPr bwMode="auto">
            <a:xfrm>
              <a:off x="2207322" y="3388836"/>
              <a:ext cx="804643" cy="804643"/>
            </a:xfrm>
            <a:prstGeom prst="ellipse">
              <a:avLst/>
            </a:prstGeom>
            <a:solidFill>
              <a:srgbClr val="9999A9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 i="1" dirty="0">
                <a:latin typeface="+mn-lt"/>
              </a:endParaRPr>
            </a:p>
          </p:txBody>
        </p:sp>
      </p:grpSp>
      <p:grpSp>
        <p:nvGrpSpPr>
          <p:cNvPr id="11" name="Line">
            <a:extLst>
              <a:ext uri="{FF2B5EF4-FFF2-40B4-BE49-F238E27FC236}">
                <a16:creationId xmlns:a16="http://schemas.microsoft.com/office/drawing/2014/main" id="{1AB52753-5583-F3FA-E45F-9323B444D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806383" y="1673336"/>
            <a:ext cx="3075306" cy="474352"/>
            <a:chOff x="3010829" y="1697620"/>
            <a:chExt cx="3101464" cy="474599"/>
          </a:xfrm>
        </p:grpSpPr>
        <p:cxnSp>
          <p:nvCxnSpPr>
            <p:cNvPr id="12" name="Gerade Verbindung mit Pfeil 43">
              <a:extLst>
                <a:ext uri="{FF2B5EF4-FFF2-40B4-BE49-F238E27FC236}">
                  <a16:creationId xmlns:a16="http://schemas.microsoft.com/office/drawing/2014/main" id="{AB359799-5E18-FEC9-888A-C3E620A4599D}"/>
                </a:ext>
              </a:extLst>
            </p:cNvPr>
            <p:cNvCxnSpPr/>
            <p:nvPr/>
          </p:nvCxnSpPr>
          <p:spPr bwMode="auto">
            <a:xfrm flipV="1">
              <a:off x="3010829" y="1697620"/>
              <a:ext cx="474601" cy="474599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lg" len="lg"/>
              <a:tailEnd type="none" w="lg" len="lg"/>
            </a:ln>
            <a:effectLst/>
          </p:spPr>
        </p:cxnSp>
        <p:cxnSp>
          <p:nvCxnSpPr>
            <p:cNvPr id="13" name="Gerade Verbindung mit Pfeil 43">
              <a:extLst>
                <a:ext uri="{FF2B5EF4-FFF2-40B4-BE49-F238E27FC236}">
                  <a16:creationId xmlns:a16="http://schemas.microsoft.com/office/drawing/2014/main" id="{85F1AC55-52A6-0FAE-92C3-E6B890CC3FF4}"/>
                </a:ext>
              </a:extLst>
            </p:cNvPr>
            <p:cNvCxnSpPr/>
            <p:nvPr/>
          </p:nvCxnSpPr>
          <p:spPr bwMode="auto">
            <a:xfrm flipH="1">
              <a:off x="3479518" y="1700760"/>
              <a:ext cx="2632775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</p:grpSp>
      <p:grpSp>
        <p:nvGrpSpPr>
          <p:cNvPr id="15" name="Line">
            <a:extLst>
              <a:ext uri="{FF2B5EF4-FFF2-40B4-BE49-F238E27FC236}">
                <a16:creationId xmlns:a16="http://schemas.microsoft.com/office/drawing/2014/main" id="{1B53C99D-60E4-FE13-6FB5-ABBD95D7C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530835" y="2808969"/>
            <a:ext cx="2350854" cy="689108"/>
            <a:chOff x="3735659" y="2833845"/>
            <a:chExt cx="2376634" cy="689467"/>
          </a:xfrm>
        </p:grpSpPr>
        <p:cxnSp>
          <p:nvCxnSpPr>
            <p:cNvPr id="16" name="Gerade Verbindung mit Pfeil 43">
              <a:extLst>
                <a:ext uri="{FF2B5EF4-FFF2-40B4-BE49-F238E27FC236}">
                  <a16:creationId xmlns:a16="http://schemas.microsoft.com/office/drawing/2014/main" id="{E4D8871C-3AA7-C28C-9D4C-27AD5A55C0C6}"/>
                </a:ext>
              </a:extLst>
            </p:cNvPr>
            <p:cNvCxnSpPr/>
            <p:nvPr/>
          </p:nvCxnSpPr>
          <p:spPr bwMode="auto">
            <a:xfrm flipV="1">
              <a:off x="3735659" y="2833845"/>
              <a:ext cx="689469" cy="68946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lg" len="lg"/>
              <a:tailEnd type="none" w="lg" len="lg"/>
            </a:ln>
            <a:effectLst/>
          </p:spPr>
        </p:cxnSp>
        <p:cxnSp>
          <p:nvCxnSpPr>
            <p:cNvPr id="17" name="Gerade Verbindung mit Pfeil 43">
              <a:extLst>
                <a:ext uri="{FF2B5EF4-FFF2-40B4-BE49-F238E27FC236}">
                  <a16:creationId xmlns:a16="http://schemas.microsoft.com/office/drawing/2014/main" id="{6FC4819B-DDE2-73CF-E941-CF91CA2AFFC7}"/>
                </a:ext>
              </a:extLst>
            </p:cNvPr>
            <p:cNvCxnSpPr/>
            <p:nvPr/>
          </p:nvCxnSpPr>
          <p:spPr bwMode="auto">
            <a:xfrm flipH="1">
              <a:off x="4419216" y="2836985"/>
              <a:ext cx="169307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</p:grpSp>
      <p:grpSp>
        <p:nvGrpSpPr>
          <p:cNvPr id="19" name="Line">
            <a:extLst>
              <a:ext uri="{FF2B5EF4-FFF2-40B4-BE49-F238E27FC236}">
                <a16:creationId xmlns:a16="http://schemas.microsoft.com/office/drawing/2014/main" id="{19F0372E-E685-B2ED-F738-A985F2809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85640" y="3551194"/>
            <a:ext cx="2896048" cy="1290943"/>
            <a:chOff x="3190180" y="3576456"/>
            <a:chExt cx="2922113" cy="1299621"/>
          </a:xfrm>
        </p:grpSpPr>
        <p:cxnSp>
          <p:nvCxnSpPr>
            <p:cNvPr id="20" name="Gerade Verbindung mit Pfeil 43">
              <a:extLst>
                <a:ext uri="{FF2B5EF4-FFF2-40B4-BE49-F238E27FC236}">
                  <a16:creationId xmlns:a16="http://schemas.microsoft.com/office/drawing/2014/main" id="{792F6773-0ED4-6445-17E8-CAC0B3E0FB45}"/>
                </a:ext>
              </a:extLst>
            </p:cNvPr>
            <p:cNvCxnSpPr/>
            <p:nvPr/>
          </p:nvCxnSpPr>
          <p:spPr bwMode="auto">
            <a:xfrm>
              <a:off x="3190180" y="3576456"/>
              <a:ext cx="1288158" cy="1299621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lg" len="lg"/>
              <a:tailEnd type="none" w="lg" len="lg"/>
            </a:ln>
            <a:effectLst/>
          </p:spPr>
        </p:cxnSp>
        <p:cxnSp>
          <p:nvCxnSpPr>
            <p:cNvPr id="21" name="Gerade Verbindung mit Pfeil 43">
              <a:extLst>
                <a:ext uri="{FF2B5EF4-FFF2-40B4-BE49-F238E27FC236}">
                  <a16:creationId xmlns:a16="http://schemas.microsoft.com/office/drawing/2014/main" id="{9EEDDA76-7C99-EAC0-D941-88DCEA3FCE68}"/>
                </a:ext>
              </a:extLst>
            </p:cNvPr>
            <p:cNvCxnSpPr/>
            <p:nvPr/>
          </p:nvCxnSpPr>
          <p:spPr bwMode="auto">
            <a:xfrm flipH="1">
              <a:off x="4470522" y="4873391"/>
              <a:ext cx="1641771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</p:grpSp>
      <p:grpSp>
        <p:nvGrpSpPr>
          <p:cNvPr id="23" name="Line">
            <a:extLst>
              <a:ext uri="{FF2B5EF4-FFF2-40B4-BE49-F238E27FC236}">
                <a16:creationId xmlns:a16="http://schemas.microsoft.com/office/drawing/2014/main" id="{72284730-EC14-87A4-CD12-A9EB4FAFD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342145" y="3855771"/>
            <a:ext cx="3539543" cy="1524236"/>
            <a:chOff x="2546350" y="3881191"/>
            <a:chExt cx="3565945" cy="1550218"/>
          </a:xfrm>
        </p:grpSpPr>
        <p:cxnSp>
          <p:nvCxnSpPr>
            <p:cNvPr id="24" name="Gerade Verbindung mit Pfeil 43">
              <a:extLst>
                <a:ext uri="{FF2B5EF4-FFF2-40B4-BE49-F238E27FC236}">
                  <a16:creationId xmlns:a16="http://schemas.microsoft.com/office/drawing/2014/main" id="{1C25121A-9209-80BF-AD9F-CAA395CF4D5A}"/>
                </a:ext>
              </a:extLst>
            </p:cNvPr>
            <p:cNvCxnSpPr/>
            <p:nvPr/>
          </p:nvCxnSpPr>
          <p:spPr bwMode="auto">
            <a:xfrm>
              <a:off x="2546350" y="3881191"/>
              <a:ext cx="1536545" cy="155021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lg" len="lg"/>
              <a:tailEnd type="none" w="lg" len="lg"/>
            </a:ln>
            <a:effectLst/>
          </p:spPr>
        </p:cxnSp>
        <p:cxnSp>
          <p:nvCxnSpPr>
            <p:cNvPr id="25" name="Gerade Verbindung mit Pfeil 43">
              <a:extLst>
                <a:ext uri="{FF2B5EF4-FFF2-40B4-BE49-F238E27FC236}">
                  <a16:creationId xmlns:a16="http://schemas.microsoft.com/office/drawing/2014/main" id="{534DB884-53ED-4AF1-12E2-9102EFC47EB7}"/>
                </a:ext>
              </a:extLst>
            </p:cNvPr>
            <p:cNvCxnSpPr/>
            <p:nvPr/>
          </p:nvCxnSpPr>
          <p:spPr bwMode="auto">
            <a:xfrm flipH="1">
              <a:off x="4075079" y="5428723"/>
              <a:ext cx="2037216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</p:grpSp>
      <p:sp>
        <p:nvSpPr>
          <p:cNvPr id="28" name="Inhaltsplatzhalter 27">
            <a:extLst>
              <a:ext uri="{FF2B5EF4-FFF2-40B4-BE49-F238E27FC236}">
                <a16:creationId xmlns:a16="http://schemas.microsoft.com/office/drawing/2014/main" id="{C3FB6401-2C7E-AAB2-9114-91E19F908E2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81688" y="1250950"/>
            <a:ext cx="4060825" cy="1058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9" name="Inhaltsplatzhalter 27">
            <a:extLst>
              <a:ext uri="{FF2B5EF4-FFF2-40B4-BE49-F238E27FC236}">
                <a16:creationId xmlns:a16="http://schemas.microsoft.com/office/drawing/2014/main" id="{C88CE796-FA64-C9AB-633C-639FE3CA71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88462" y="2623936"/>
            <a:ext cx="4060825" cy="1058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0" name="Inhaltsplatzhalter 27">
            <a:extLst>
              <a:ext uri="{FF2B5EF4-FFF2-40B4-BE49-F238E27FC236}">
                <a16:creationId xmlns:a16="http://schemas.microsoft.com/office/drawing/2014/main" id="{64B2710A-81DE-274E-37AE-22512071C88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8462" y="3977025"/>
            <a:ext cx="4060825" cy="1058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1" name="Inhaltsplatzhalter 27">
            <a:extLst>
              <a:ext uri="{FF2B5EF4-FFF2-40B4-BE49-F238E27FC236}">
                <a16:creationId xmlns:a16="http://schemas.microsoft.com/office/drawing/2014/main" id="{2C8C162F-727D-51FC-1CDD-4B1D7973992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81687" y="5262331"/>
            <a:ext cx="4060825" cy="1058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571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Target" descr="Radial diagram">
            <a:extLst>
              <a:ext uri="{FF2B5EF4-FFF2-40B4-BE49-F238E27FC236}">
                <a16:creationId xmlns:a16="http://schemas.microsoft.com/office/drawing/2014/main" id="{1209E72D-1017-282F-87B4-C4C75E213B81}"/>
              </a:ext>
            </a:extLst>
          </p:cNvPr>
          <p:cNvGrpSpPr>
            <a:grpSpLocks/>
          </p:cNvGrpSpPr>
          <p:nvPr userDrawn="1"/>
        </p:nvGrpSpPr>
        <p:grpSpPr>
          <a:xfrm>
            <a:off x="411163" y="1926999"/>
            <a:ext cx="3861964" cy="3861964"/>
            <a:chOff x="396874" y="1578389"/>
            <a:chExt cx="4425536" cy="4425536"/>
          </a:xfrm>
        </p:grpSpPr>
        <p:sp>
          <p:nvSpPr>
            <p:cNvPr id="4" name="Ellipse 17">
              <a:extLst>
                <a:ext uri="{FF2B5EF4-FFF2-40B4-BE49-F238E27FC236}">
                  <a16:creationId xmlns:a16="http://schemas.microsoft.com/office/drawing/2014/main" id="{9E4F2E4C-216A-7BFE-8674-40A621940132}"/>
                </a:ext>
              </a:extLst>
            </p:cNvPr>
            <p:cNvSpPr/>
            <p:nvPr/>
          </p:nvSpPr>
          <p:spPr bwMode="auto">
            <a:xfrm>
              <a:off x="396874" y="1578389"/>
              <a:ext cx="4425536" cy="4425536"/>
            </a:xfrm>
            <a:custGeom>
              <a:avLst/>
              <a:gdLst/>
              <a:ahLst/>
              <a:cxnLst/>
              <a:rect l="l" t="t" r="r" b="b"/>
              <a:pathLst>
                <a:path w="3960000" h="3960000">
                  <a:moveTo>
                    <a:pt x="1980000" y="360000"/>
                  </a:moveTo>
                  <a:cubicBezTo>
                    <a:pt x="1085299" y="360000"/>
                    <a:pt x="360000" y="1085299"/>
                    <a:pt x="360000" y="1980000"/>
                  </a:cubicBezTo>
                  <a:cubicBezTo>
                    <a:pt x="360000" y="2874701"/>
                    <a:pt x="1085299" y="3600000"/>
                    <a:pt x="1980000" y="3600000"/>
                  </a:cubicBezTo>
                  <a:cubicBezTo>
                    <a:pt x="2874701" y="3600000"/>
                    <a:pt x="3600000" y="2874701"/>
                    <a:pt x="3600000" y="1980000"/>
                  </a:cubicBezTo>
                  <a:cubicBezTo>
                    <a:pt x="3600000" y="1085299"/>
                    <a:pt x="2874701" y="360000"/>
                    <a:pt x="1980000" y="360000"/>
                  </a:cubicBezTo>
                  <a:close/>
                  <a:moveTo>
                    <a:pt x="1980000" y="0"/>
                  </a:moveTo>
                  <a:cubicBezTo>
                    <a:pt x="3073524" y="0"/>
                    <a:pt x="3960000" y="886476"/>
                    <a:pt x="3960000" y="1980000"/>
                  </a:cubicBezTo>
                  <a:cubicBezTo>
                    <a:pt x="3960000" y="3073524"/>
                    <a:pt x="3073524" y="3960000"/>
                    <a:pt x="1980000" y="3960000"/>
                  </a:cubicBezTo>
                  <a:cubicBezTo>
                    <a:pt x="886476" y="3960000"/>
                    <a:pt x="0" y="3073524"/>
                    <a:pt x="0" y="1980000"/>
                  </a:cubicBezTo>
                  <a:cubicBezTo>
                    <a:pt x="0" y="886476"/>
                    <a:pt x="886476" y="0"/>
                    <a:pt x="1980000" y="0"/>
                  </a:cubicBezTo>
                  <a:close/>
                </a:path>
              </a:pathLst>
            </a:custGeom>
            <a:solidFill>
              <a:srgbClr val="009999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 i="1" dirty="0">
                <a:latin typeface="+mn-lt"/>
              </a:endParaRPr>
            </a:p>
          </p:txBody>
        </p:sp>
        <p:sp>
          <p:nvSpPr>
            <p:cNvPr id="5" name="Ellipse 25">
              <a:extLst>
                <a:ext uri="{FF2B5EF4-FFF2-40B4-BE49-F238E27FC236}">
                  <a16:creationId xmlns:a16="http://schemas.microsoft.com/office/drawing/2014/main" id="{6A6F1F81-AD2E-6053-8CC4-30B7C8B71D4E}"/>
                </a:ext>
              </a:extLst>
            </p:cNvPr>
            <p:cNvSpPr/>
            <p:nvPr/>
          </p:nvSpPr>
          <p:spPr bwMode="auto">
            <a:xfrm>
              <a:off x="1000357" y="2181871"/>
              <a:ext cx="3218572" cy="3218572"/>
            </a:xfrm>
            <a:custGeom>
              <a:avLst/>
              <a:gdLst/>
              <a:ahLst/>
              <a:cxnLst/>
              <a:rect l="l" t="t" r="r" b="b"/>
              <a:pathLst>
                <a:path w="2880000" h="2880000">
                  <a:moveTo>
                    <a:pt x="1440000" y="360000"/>
                  </a:moveTo>
                  <a:cubicBezTo>
                    <a:pt x="843532" y="360000"/>
                    <a:pt x="360000" y="843532"/>
                    <a:pt x="360000" y="1440000"/>
                  </a:cubicBezTo>
                  <a:cubicBezTo>
                    <a:pt x="360000" y="2036468"/>
                    <a:pt x="843532" y="2520000"/>
                    <a:pt x="1440000" y="2520000"/>
                  </a:cubicBezTo>
                  <a:cubicBezTo>
                    <a:pt x="2036468" y="2520000"/>
                    <a:pt x="2520000" y="2036468"/>
                    <a:pt x="2520000" y="1440000"/>
                  </a:cubicBezTo>
                  <a:cubicBezTo>
                    <a:pt x="2520000" y="843532"/>
                    <a:pt x="2036468" y="360000"/>
                    <a:pt x="1440000" y="360000"/>
                  </a:cubicBezTo>
                  <a:close/>
                  <a:moveTo>
                    <a:pt x="1440000" y="0"/>
                  </a:moveTo>
                  <a:cubicBezTo>
                    <a:pt x="2235290" y="0"/>
                    <a:pt x="2880000" y="644710"/>
                    <a:pt x="2880000" y="1440000"/>
                  </a:cubicBezTo>
                  <a:cubicBezTo>
                    <a:pt x="2880000" y="2235290"/>
                    <a:pt x="2235290" y="2880000"/>
                    <a:pt x="1440000" y="2880000"/>
                  </a:cubicBezTo>
                  <a:cubicBezTo>
                    <a:pt x="644710" y="2880000"/>
                    <a:pt x="0" y="2235290"/>
                    <a:pt x="0" y="1440000"/>
                  </a:cubicBezTo>
                  <a:cubicBezTo>
                    <a:pt x="0" y="644710"/>
                    <a:pt x="644710" y="0"/>
                    <a:pt x="1440000" y="0"/>
                  </a:cubicBezTo>
                  <a:close/>
                </a:path>
              </a:pathLst>
            </a:custGeom>
            <a:solidFill>
              <a:srgbClr val="DFDFD9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 i="1" dirty="0">
                <a:latin typeface="+mn-lt"/>
              </a:endParaRPr>
            </a:p>
          </p:txBody>
        </p:sp>
        <p:sp>
          <p:nvSpPr>
            <p:cNvPr id="6" name="Ellipse 26">
              <a:extLst>
                <a:ext uri="{FF2B5EF4-FFF2-40B4-BE49-F238E27FC236}">
                  <a16:creationId xmlns:a16="http://schemas.microsoft.com/office/drawing/2014/main" id="{17B0C328-F3B9-11A4-4F05-8772D4455CA6}"/>
                </a:ext>
              </a:extLst>
            </p:cNvPr>
            <p:cNvSpPr/>
            <p:nvPr/>
          </p:nvSpPr>
          <p:spPr bwMode="auto">
            <a:xfrm>
              <a:off x="1603839" y="2785353"/>
              <a:ext cx="2011607" cy="2011607"/>
            </a:xfrm>
            <a:custGeom>
              <a:avLst/>
              <a:gdLst/>
              <a:ahLst/>
              <a:cxnLst/>
              <a:rect l="l" t="t" r="r" b="b"/>
              <a:pathLst>
                <a:path w="1800000" h="1800000">
                  <a:moveTo>
                    <a:pt x="900000" y="360000"/>
                  </a:moveTo>
                  <a:cubicBezTo>
                    <a:pt x="601766" y="360000"/>
                    <a:pt x="360000" y="601766"/>
                    <a:pt x="360000" y="900000"/>
                  </a:cubicBezTo>
                  <a:cubicBezTo>
                    <a:pt x="360000" y="1198234"/>
                    <a:pt x="601766" y="1440000"/>
                    <a:pt x="900000" y="1440000"/>
                  </a:cubicBezTo>
                  <a:cubicBezTo>
                    <a:pt x="1198234" y="1440000"/>
                    <a:pt x="1440000" y="1198234"/>
                    <a:pt x="1440000" y="900000"/>
                  </a:cubicBezTo>
                  <a:cubicBezTo>
                    <a:pt x="1440000" y="601766"/>
                    <a:pt x="1198234" y="360000"/>
                    <a:pt x="900000" y="360000"/>
                  </a:cubicBezTo>
                  <a:close/>
                  <a:moveTo>
                    <a:pt x="900000" y="0"/>
                  </a:moveTo>
                  <a:cubicBezTo>
                    <a:pt x="1397056" y="0"/>
                    <a:pt x="1800000" y="402944"/>
                    <a:pt x="1800000" y="900000"/>
                  </a:cubicBezTo>
                  <a:cubicBezTo>
                    <a:pt x="1800000" y="1397056"/>
                    <a:pt x="1397056" y="1800000"/>
                    <a:pt x="900000" y="1800000"/>
                  </a:cubicBezTo>
                  <a:cubicBezTo>
                    <a:pt x="402944" y="1800000"/>
                    <a:pt x="0" y="1397056"/>
                    <a:pt x="0" y="900000"/>
                  </a:cubicBezTo>
                  <a:cubicBezTo>
                    <a:pt x="0" y="402944"/>
                    <a:pt x="402944" y="0"/>
                    <a:pt x="900000" y="0"/>
                  </a:cubicBezTo>
                  <a:close/>
                </a:path>
              </a:pathLst>
            </a:custGeom>
            <a:solidFill>
              <a:srgbClr val="AAAA96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 i="1" dirty="0">
                <a:latin typeface="+mn-lt"/>
              </a:endParaRPr>
            </a:p>
          </p:txBody>
        </p:sp>
        <p:sp>
          <p:nvSpPr>
            <p:cNvPr id="8" name="Ellipse 19">
              <a:extLst>
                <a:ext uri="{FF2B5EF4-FFF2-40B4-BE49-F238E27FC236}">
                  <a16:creationId xmlns:a16="http://schemas.microsoft.com/office/drawing/2014/main" id="{9FF5EB4A-052C-E66B-95B4-9BFC18C30431}"/>
                </a:ext>
              </a:extLst>
            </p:cNvPr>
            <p:cNvSpPr/>
            <p:nvPr/>
          </p:nvSpPr>
          <p:spPr bwMode="auto">
            <a:xfrm>
              <a:off x="2207322" y="3388836"/>
              <a:ext cx="804643" cy="804643"/>
            </a:xfrm>
            <a:prstGeom prst="ellipse">
              <a:avLst/>
            </a:prstGeom>
            <a:solidFill>
              <a:srgbClr val="C5C5B8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 i="1" dirty="0">
                <a:latin typeface="+mn-lt"/>
              </a:endParaRPr>
            </a:p>
          </p:txBody>
        </p:sp>
      </p:grpSp>
      <p:grpSp>
        <p:nvGrpSpPr>
          <p:cNvPr id="11" name="Line">
            <a:extLst>
              <a:ext uri="{FF2B5EF4-FFF2-40B4-BE49-F238E27FC236}">
                <a16:creationId xmlns:a16="http://schemas.microsoft.com/office/drawing/2014/main" id="{F1FD2A2C-7235-4AF7-2849-07CB76BF4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806383" y="1673336"/>
            <a:ext cx="3075306" cy="474352"/>
            <a:chOff x="3010829" y="1697620"/>
            <a:chExt cx="3101464" cy="474599"/>
          </a:xfrm>
        </p:grpSpPr>
        <p:cxnSp>
          <p:nvCxnSpPr>
            <p:cNvPr id="12" name="Gerade Verbindung mit Pfeil 43">
              <a:extLst>
                <a:ext uri="{FF2B5EF4-FFF2-40B4-BE49-F238E27FC236}">
                  <a16:creationId xmlns:a16="http://schemas.microsoft.com/office/drawing/2014/main" id="{B1F2FA2C-7810-AED6-8CE3-E800BF897819}"/>
                </a:ext>
              </a:extLst>
            </p:cNvPr>
            <p:cNvCxnSpPr/>
            <p:nvPr/>
          </p:nvCxnSpPr>
          <p:spPr bwMode="auto">
            <a:xfrm flipV="1">
              <a:off x="3010829" y="1697620"/>
              <a:ext cx="474601" cy="474599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lg" len="lg"/>
              <a:tailEnd type="none" w="lg" len="lg"/>
            </a:ln>
            <a:effectLst/>
          </p:spPr>
        </p:cxnSp>
        <p:cxnSp>
          <p:nvCxnSpPr>
            <p:cNvPr id="13" name="Gerade Verbindung mit Pfeil 43">
              <a:extLst>
                <a:ext uri="{FF2B5EF4-FFF2-40B4-BE49-F238E27FC236}">
                  <a16:creationId xmlns:a16="http://schemas.microsoft.com/office/drawing/2014/main" id="{3506A7CD-D726-7BA0-6038-44A046A79B17}"/>
                </a:ext>
              </a:extLst>
            </p:cNvPr>
            <p:cNvCxnSpPr/>
            <p:nvPr/>
          </p:nvCxnSpPr>
          <p:spPr bwMode="auto">
            <a:xfrm flipH="1">
              <a:off x="3479518" y="1700760"/>
              <a:ext cx="2632775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</p:grpSp>
      <p:grpSp>
        <p:nvGrpSpPr>
          <p:cNvPr id="15" name="Line">
            <a:extLst>
              <a:ext uri="{FF2B5EF4-FFF2-40B4-BE49-F238E27FC236}">
                <a16:creationId xmlns:a16="http://schemas.microsoft.com/office/drawing/2014/main" id="{32FCC7AA-910E-E7F0-F079-FFC69B842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530835" y="2808969"/>
            <a:ext cx="2350854" cy="689108"/>
            <a:chOff x="3735659" y="2833845"/>
            <a:chExt cx="2376634" cy="689467"/>
          </a:xfrm>
        </p:grpSpPr>
        <p:cxnSp>
          <p:nvCxnSpPr>
            <p:cNvPr id="16" name="Gerade Verbindung mit Pfeil 43">
              <a:extLst>
                <a:ext uri="{FF2B5EF4-FFF2-40B4-BE49-F238E27FC236}">
                  <a16:creationId xmlns:a16="http://schemas.microsoft.com/office/drawing/2014/main" id="{1E4FDD45-B6CE-4167-D875-1A1CA9A2DFA6}"/>
                </a:ext>
              </a:extLst>
            </p:cNvPr>
            <p:cNvCxnSpPr/>
            <p:nvPr/>
          </p:nvCxnSpPr>
          <p:spPr bwMode="auto">
            <a:xfrm flipV="1">
              <a:off x="3735659" y="2833845"/>
              <a:ext cx="689469" cy="68946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lg" len="lg"/>
              <a:tailEnd type="none" w="lg" len="lg"/>
            </a:ln>
            <a:effectLst/>
          </p:spPr>
        </p:cxnSp>
        <p:cxnSp>
          <p:nvCxnSpPr>
            <p:cNvPr id="17" name="Gerade Verbindung mit Pfeil 43">
              <a:extLst>
                <a:ext uri="{FF2B5EF4-FFF2-40B4-BE49-F238E27FC236}">
                  <a16:creationId xmlns:a16="http://schemas.microsoft.com/office/drawing/2014/main" id="{B9EF9916-5F0B-C9DF-3528-D19BAB3FA260}"/>
                </a:ext>
              </a:extLst>
            </p:cNvPr>
            <p:cNvCxnSpPr/>
            <p:nvPr/>
          </p:nvCxnSpPr>
          <p:spPr bwMode="auto">
            <a:xfrm flipH="1">
              <a:off x="4419216" y="2836985"/>
              <a:ext cx="169307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</p:grpSp>
      <p:grpSp>
        <p:nvGrpSpPr>
          <p:cNvPr id="19" name="Line">
            <a:extLst>
              <a:ext uri="{FF2B5EF4-FFF2-40B4-BE49-F238E27FC236}">
                <a16:creationId xmlns:a16="http://schemas.microsoft.com/office/drawing/2014/main" id="{74143584-6456-4232-8F1C-BBD8C4924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85640" y="3551194"/>
            <a:ext cx="2896048" cy="1290943"/>
            <a:chOff x="3190180" y="3576456"/>
            <a:chExt cx="2922113" cy="1299621"/>
          </a:xfrm>
        </p:grpSpPr>
        <p:cxnSp>
          <p:nvCxnSpPr>
            <p:cNvPr id="20" name="Gerade Verbindung mit Pfeil 43">
              <a:extLst>
                <a:ext uri="{FF2B5EF4-FFF2-40B4-BE49-F238E27FC236}">
                  <a16:creationId xmlns:a16="http://schemas.microsoft.com/office/drawing/2014/main" id="{7EFEF5E5-17CF-6EE5-EA11-DD95E1C45D60}"/>
                </a:ext>
              </a:extLst>
            </p:cNvPr>
            <p:cNvCxnSpPr/>
            <p:nvPr/>
          </p:nvCxnSpPr>
          <p:spPr bwMode="auto">
            <a:xfrm>
              <a:off x="3190180" y="3576456"/>
              <a:ext cx="1288158" cy="1299621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lg" len="lg"/>
              <a:tailEnd type="none" w="lg" len="lg"/>
            </a:ln>
            <a:effectLst/>
          </p:spPr>
        </p:cxnSp>
        <p:cxnSp>
          <p:nvCxnSpPr>
            <p:cNvPr id="21" name="Gerade Verbindung mit Pfeil 43">
              <a:extLst>
                <a:ext uri="{FF2B5EF4-FFF2-40B4-BE49-F238E27FC236}">
                  <a16:creationId xmlns:a16="http://schemas.microsoft.com/office/drawing/2014/main" id="{38733C32-4B0C-55D4-9E63-249D8F511CCC}"/>
                </a:ext>
              </a:extLst>
            </p:cNvPr>
            <p:cNvCxnSpPr/>
            <p:nvPr/>
          </p:nvCxnSpPr>
          <p:spPr bwMode="auto">
            <a:xfrm flipH="1">
              <a:off x="4470522" y="4873391"/>
              <a:ext cx="1641771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</p:grpSp>
      <p:grpSp>
        <p:nvGrpSpPr>
          <p:cNvPr id="23" name="Line">
            <a:extLst>
              <a:ext uri="{FF2B5EF4-FFF2-40B4-BE49-F238E27FC236}">
                <a16:creationId xmlns:a16="http://schemas.microsoft.com/office/drawing/2014/main" id="{7D921C50-5BA0-D8DC-3217-56787D4C9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342145" y="3855771"/>
            <a:ext cx="3539543" cy="1524236"/>
            <a:chOff x="2546350" y="3881191"/>
            <a:chExt cx="3565945" cy="1550218"/>
          </a:xfrm>
        </p:grpSpPr>
        <p:cxnSp>
          <p:nvCxnSpPr>
            <p:cNvPr id="24" name="Gerade Verbindung mit Pfeil 43">
              <a:extLst>
                <a:ext uri="{FF2B5EF4-FFF2-40B4-BE49-F238E27FC236}">
                  <a16:creationId xmlns:a16="http://schemas.microsoft.com/office/drawing/2014/main" id="{29A6B6AC-7053-901C-DDD5-B60DAEFEBC38}"/>
                </a:ext>
              </a:extLst>
            </p:cNvPr>
            <p:cNvCxnSpPr/>
            <p:nvPr/>
          </p:nvCxnSpPr>
          <p:spPr bwMode="auto">
            <a:xfrm>
              <a:off x="2546350" y="3881191"/>
              <a:ext cx="1536545" cy="155021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lg" len="lg"/>
              <a:tailEnd type="none" w="lg" len="lg"/>
            </a:ln>
            <a:effectLst/>
          </p:spPr>
        </p:cxnSp>
        <p:cxnSp>
          <p:nvCxnSpPr>
            <p:cNvPr id="25" name="Gerade Verbindung mit Pfeil 43">
              <a:extLst>
                <a:ext uri="{FF2B5EF4-FFF2-40B4-BE49-F238E27FC236}">
                  <a16:creationId xmlns:a16="http://schemas.microsoft.com/office/drawing/2014/main" id="{05D7B454-AAA6-E851-E16B-88C8CA042D78}"/>
                </a:ext>
              </a:extLst>
            </p:cNvPr>
            <p:cNvCxnSpPr/>
            <p:nvPr/>
          </p:nvCxnSpPr>
          <p:spPr bwMode="auto">
            <a:xfrm flipH="1">
              <a:off x="4075079" y="5428723"/>
              <a:ext cx="2037216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</p:grpSp>
      <p:sp>
        <p:nvSpPr>
          <p:cNvPr id="27" name="Inhaltsplatzhalter 27">
            <a:extLst>
              <a:ext uri="{FF2B5EF4-FFF2-40B4-BE49-F238E27FC236}">
                <a16:creationId xmlns:a16="http://schemas.microsoft.com/office/drawing/2014/main" id="{43E31B06-49A4-751B-CD00-F4A266B2EE1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81688" y="1250950"/>
            <a:ext cx="4060825" cy="1058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8" name="Inhaltsplatzhalter 27">
            <a:extLst>
              <a:ext uri="{FF2B5EF4-FFF2-40B4-BE49-F238E27FC236}">
                <a16:creationId xmlns:a16="http://schemas.microsoft.com/office/drawing/2014/main" id="{A2EE6274-536B-34F6-849C-8DE00306346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88462" y="2623936"/>
            <a:ext cx="4060825" cy="1058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9" name="Inhaltsplatzhalter 27">
            <a:extLst>
              <a:ext uri="{FF2B5EF4-FFF2-40B4-BE49-F238E27FC236}">
                <a16:creationId xmlns:a16="http://schemas.microsoft.com/office/drawing/2014/main" id="{14399F79-3CFA-19E1-607B-9FA9ED2DD79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8462" y="3977025"/>
            <a:ext cx="4060825" cy="1058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0" name="Inhaltsplatzhalter 27">
            <a:extLst>
              <a:ext uri="{FF2B5EF4-FFF2-40B4-BE49-F238E27FC236}">
                <a16:creationId xmlns:a16="http://schemas.microsoft.com/office/drawing/2014/main" id="{09A2A389-2BBA-7CFB-6A75-10E60C537E4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81687" y="5262331"/>
            <a:ext cx="4060825" cy="1058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9443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Argument 1">
            <a:extLst>
              <a:ext uri="{FF2B5EF4-FFF2-40B4-BE49-F238E27FC236}">
                <a16:creationId xmlns:a16="http://schemas.microsoft.com/office/drawing/2014/main" id="{F7B26C9B-46EC-0A1F-09E1-B40C094AFEC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1163" y="2135474"/>
            <a:ext cx="5184000" cy="823213"/>
          </a:xfrm>
          <a:prstGeom prst="homePlate">
            <a:avLst>
              <a:gd name="adj" fmla="val 34254"/>
            </a:avLst>
          </a:prstGeom>
          <a:solidFill>
            <a:srgbClr val="66667E"/>
          </a:solidFill>
          <a:ln w="0">
            <a:noFill/>
          </a:ln>
          <a:effectLst/>
        </p:spPr>
        <p:txBody>
          <a:bodyPr lIns="143925" tIns="71963" rIns="1799063" bIns="71963" anchor="t" anchorCtr="0"/>
          <a:lstStyle/>
          <a:p>
            <a:pPr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4" name="Argument 4">
            <a:extLst>
              <a:ext uri="{FF2B5EF4-FFF2-40B4-BE49-F238E27FC236}">
                <a16:creationId xmlns:a16="http://schemas.microsoft.com/office/drawing/2014/main" id="{CD731833-9F83-8478-F18C-EDED3C538982}"/>
              </a:ext>
            </a:extLst>
          </p:cNvPr>
          <p:cNvSpPr>
            <a:spLocks noChangeArrowheads="1"/>
          </p:cNvSpPr>
          <p:nvPr userDrawn="1"/>
        </p:nvSpPr>
        <p:spPr bwMode="auto">
          <a:xfrm rot="10800000" flipV="1">
            <a:off x="6602400" y="2135473"/>
            <a:ext cx="5184000" cy="823213"/>
          </a:xfrm>
          <a:prstGeom prst="homePlate">
            <a:avLst>
              <a:gd name="adj" fmla="val 35342"/>
            </a:avLst>
          </a:prstGeom>
          <a:solidFill>
            <a:srgbClr val="66667E"/>
          </a:solidFill>
          <a:ln w="0">
            <a:noFill/>
          </a:ln>
          <a:effectLst/>
        </p:spPr>
        <p:txBody>
          <a:bodyPr lIns="1799063" tIns="71963" rIns="143925" bIns="71963" anchor="t" anchorCtr="0"/>
          <a:lstStyle/>
          <a:p>
            <a:pPr algn="r"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8" name="Argument 2">
            <a:extLst>
              <a:ext uri="{FF2B5EF4-FFF2-40B4-BE49-F238E27FC236}">
                <a16:creationId xmlns:a16="http://schemas.microsoft.com/office/drawing/2014/main" id="{75F9839D-413D-CAB9-46DD-7D85DF0E5B9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1163" y="3376827"/>
            <a:ext cx="4320000" cy="823213"/>
          </a:xfrm>
          <a:prstGeom prst="homePlate">
            <a:avLst>
              <a:gd name="adj" fmla="val 36431"/>
            </a:avLst>
          </a:prstGeom>
          <a:solidFill>
            <a:srgbClr val="66667E"/>
          </a:solidFill>
          <a:ln w="0">
            <a:noFill/>
          </a:ln>
          <a:effectLst/>
        </p:spPr>
        <p:txBody>
          <a:bodyPr lIns="143925" tIns="71963" rIns="1079438" bIns="71963" anchor="t" anchorCtr="0"/>
          <a:lstStyle/>
          <a:p>
            <a:pPr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10" name="Argument 5">
            <a:extLst>
              <a:ext uri="{FF2B5EF4-FFF2-40B4-BE49-F238E27FC236}">
                <a16:creationId xmlns:a16="http://schemas.microsoft.com/office/drawing/2014/main" id="{6DBBBF4C-7E60-022F-3575-BAB92D7E607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7466400" y="3376827"/>
            <a:ext cx="4320000" cy="823213"/>
          </a:xfrm>
          <a:prstGeom prst="homePlate">
            <a:avLst>
              <a:gd name="adj" fmla="val 36430"/>
            </a:avLst>
          </a:prstGeom>
          <a:solidFill>
            <a:srgbClr val="66667E"/>
          </a:solidFill>
          <a:ln w="0">
            <a:noFill/>
          </a:ln>
          <a:effectLst/>
        </p:spPr>
        <p:txBody>
          <a:bodyPr lIns="1079438" tIns="71963" rIns="143925" bIns="71963" anchor="t" anchorCtr="0"/>
          <a:lstStyle/>
          <a:p>
            <a:pPr algn="r"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11" name="Argument 3">
            <a:extLst>
              <a:ext uri="{FF2B5EF4-FFF2-40B4-BE49-F238E27FC236}">
                <a16:creationId xmlns:a16="http://schemas.microsoft.com/office/drawing/2014/main" id="{383CC26D-3B78-57CA-7150-4AE23C9802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1163" y="4618181"/>
            <a:ext cx="5184000" cy="823213"/>
          </a:xfrm>
          <a:prstGeom prst="homePlate">
            <a:avLst>
              <a:gd name="adj" fmla="val 36431"/>
            </a:avLst>
          </a:prstGeom>
          <a:solidFill>
            <a:srgbClr val="66667E"/>
          </a:solidFill>
          <a:ln w="0">
            <a:noFill/>
          </a:ln>
          <a:effectLst/>
        </p:spPr>
        <p:txBody>
          <a:bodyPr lIns="143925" tIns="71963" rIns="1799063" bIns="71963" anchor="t" anchorCtr="0"/>
          <a:lstStyle/>
          <a:p>
            <a:pPr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12" name="Argument 6">
            <a:extLst>
              <a:ext uri="{FF2B5EF4-FFF2-40B4-BE49-F238E27FC236}">
                <a16:creationId xmlns:a16="http://schemas.microsoft.com/office/drawing/2014/main" id="{642751F0-72D7-DB94-C964-3D3E8A1BC05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6602400" y="4618181"/>
            <a:ext cx="5184000" cy="823213"/>
          </a:xfrm>
          <a:prstGeom prst="homePlate">
            <a:avLst>
              <a:gd name="adj" fmla="val 36431"/>
            </a:avLst>
          </a:prstGeom>
          <a:solidFill>
            <a:srgbClr val="66667E"/>
          </a:solidFill>
          <a:ln w="0">
            <a:noFill/>
          </a:ln>
          <a:effectLst/>
        </p:spPr>
        <p:txBody>
          <a:bodyPr lIns="1799063" tIns="71963" rIns="143925" bIns="71963" anchor="t" anchorCtr="0"/>
          <a:lstStyle/>
          <a:p>
            <a:pPr algn="r"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13" name="Base">
            <a:extLst>
              <a:ext uri="{FF2B5EF4-FFF2-40B4-BE49-F238E27FC236}">
                <a16:creationId xmlns:a16="http://schemas.microsoft.com/office/drawing/2014/main" id="{5759251D-85DB-F708-B6C4-46745FD401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3724018" y="1415849"/>
            <a:ext cx="4749526" cy="4749526"/>
          </a:xfrm>
          <a:custGeom>
            <a:avLst/>
            <a:gdLst>
              <a:gd name="connsiteX0" fmla="*/ 2376000 w 4752000"/>
              <a:gd name="connsiteY0" fmla="*/ 450000 h 4752000"/>
              <a:gd name="connsiteX1" fmla="*/ 450000 w 4752000"/>
              <a:gd name="connsiteY1" fmla="*/ 2376000 h 4752000"/>
              <a:gd name="connsiteX2" fmla="*/ 2376000 w 4752000"/>
              <a:gd name="connsiteY2" fmla="*/ 4302000 h 4752000"/>
              <a:gd name="connsiteX3" fmla="*/ 4302000 w 4752000"/>
              <a:gd name="connsiteY3" fmla="*/ 2376000 h 4752000"/>
              <a:gd name="connsiteX4" fmla="*/ 2376000 w 4752000"/>
              <a:gd name="connsiteY4" fmla="*/ 450000 h 4752000"/>
              <a:gd name="connsiteX5" fmla="*/ 2376000 w 4752000"/>
              <a:gd name="connsiteY5" fmla="*/ 0 h 4752000"/>
              <a:gd name="connsiteX6" fmla="*/ 4752000 w 4752000"/>
              <a:gd name="connsiteY6" fmla="*/ 2376000 h 4752000"/>
              <a:gd name="connsiteX7" fmla="*/ 2376000 w 4752000"/>
              <a:gd name="connsiteY7" fmla="*/ 4752000 h 4752000"/>
              <a:gd name="connsiteX8" fmla="*/ 0 w 4752000"/>
              <a:gd name="connsiteY8" fmla="*/ 2376000 h 4752000"/>
              <a:gd name="connsiteX9" fmla="*/ 2376000 w 4752000"/>
              <a:gd name="connsiteY9" fmla="*/ 0 h 475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52000" h="4752000">
                <a:moveTo>
                  <a:pt x="2376000" y="450000"/>
                </a:moveTo>
                <a:cubicBezTo>
                  <a:pt x="1312300" y="450000"/>
                  <a:pt x="450000" y="1312300"/>
                  <a:pt x="450000" y="2376000"/>
                </a:cubicBezTo>
                <a:cubicBezTo>
                  <a:pt x="450000" y="3439700"/>
                  <a:pt x="1312300" y="4302000"/>
                  <a:pt x="2376000" y="4302000"/>
                </a:cubicBezTo>
                <a:cubicBezTo>
                  <a:pt x="3439700" y="4302000"/>
                  <a:pt x="4302000" y="3439700"/>
                  <a:pt x="4302000" y="2376000"/>
                </a:cubicBezTo>
                <a:cubicBezTo>
                  <a:pt x="4302000" y="1312300"/>
                  <a:pt x="3439700" y="450000"/>
                  <a:pt x="2376000" y="450000"/>
                </a:cubicBezTo>
                <a:close/>
                <a:moveTo>
                  <a:pt x="2376000" y="0"/>
                </a:moveTo>
                <a:cubicBezTo>
                  <a:pt x="3688229" y="0"/>
                  <a:pt x="4752000" y="1063772"/>
                  <a:pt x="4752000" y="2376000"/>
                </a:cubicBezTo>
                <a:cubicBezTo>
                  <a:pt x="4752000" y="3688228"/>
                  <a:pt x="3688229" y="4752000"/>
                  <a:pt x="2376000" y="4752000"/>
                </a:cubicBezTo>
                <a:cubicBezTo>
                  <a:pt x="1063771" y="4752000"/>
                  <a:pt x="0" y="3688228"/>
                  <a:pt x="0" y="2376000"/>
                </a:cubicBezTo>
                <a:cubicBezTo>
                  <a:pt x="0" y="1063772"/>
                  <a:pt x="1063771" y="0"/>
                  <a:pt x="2376000" y="0"/>
                </a:cubicBezTo>
                <a:close/>
              </a:path>
            </a:pathLst>
          </a:custGeom>
          <a:solidFill>
            <a:srgbClr val="00C1B6"/>
          </a:solidFill>
          <a:ln w="38100">
            <a:noFill/>
          </a:ln>
          <a:effectLst/>
        </p:spPr>
        <p:txBody>
          <a:bodyPr wrap="square" lIns="683644" tIns="143925" rIns="683644" bIns="143925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en-US" sz="2400" b="1" dirty="0">
              <a:solidFill>
                <a:srgbClr val="00C1B6"/>
              </a:solidFill>
            </a:endParaRP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4F80CBF0-244B-61AA-EEB2-DC0698773BD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1163" y="2135188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6" name="Inhaltsplatzhalter 14">
            <a:extLst>
              <a:ext uri="{FF2B5EF4-FFF2-40B4-BE49-F238E27FC236}">
                <a16:creationId xmlns:a16="http://schemas.microsoft.com/office/drawing/2014/main" id="{ABEA2156-056D-3CE6-1061-AC807CA698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1163" y="3376128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7" name="Inhaltsplatzhalter 14">
            <a:extLst>
              <a:ext uri="{FF2B5EF4-FFF2-40B4-BE49-F238E27FC236}">
                <a16:creationId xmlns:a16="http://schemas.microsoft.com/office/drawing/2014/main" id="{302919CE-1CFE-BC3D-80B3-CD5AC692721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163" y="4640229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8" name="Inhaltsplatzhalter 14">
            <a:extLst>
              <a:ext uri="{FF2B5EF4-FFF2-40B4-BE49-F238E27FC236}">
                <a16:creationId xmlns:a16="http://schemas.microsoft.com/office/drawing/2014/main" id="{A85B65E0-ECB2-8088-9C98-83A98D6E879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13737" y="2135124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9" name="Inhaltsplatzhalter 14">
            <a:extLst>
              <a:ext uri="{FF2B5EF4-FFF2-40B4-BE49-F238E27FC236}">
                <a16:creationId xmlns:a16="http://schemas.microsoft.com/office/drawing/2014/main" id="{43FC3A09-7276-77A4-CC1A-22E843DD39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13737" y="3378656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0" name="Inhaltsplatzhalter 14">
            <a:extLst>
              <a:ext uri="{FF2B5EF4-FFF2-40B4-BE49-F238E27FC236}">
                <a16:creationId xmlns:a16="http://schemas.microsoft.com/office/drawing/2014/main" id="{6DC0AF2B-BC10-27EE-D5C3-0EA09686476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13737" y="4615653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1" name="Inhaltsplatzhalter 14">
            <a:extLst>
              <a:ext uri="{FF2B5EF4-FFF2-40B4-BE49-F238E27FC236}">
                <a16:creationId xmlns:a16="http://schemas.microsoft.com/office/drawing/2014/main" id="{4B84DF94-B0D5-DB0A-87A9-2BE10C9B282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43019" y="2784347"/>
            <a:ext cx="3467100" cy="2114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8617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Argument 1">
            <a:extLst>
              <a:ext uri="{FF2B5EF4-FFF2-40B4-BE49-F238E27FC236}">
                <a16:creationId xmlns:a16="http://schemas.microsoft.com/office/drawing/2014/main" id="{17030DAC-CEB3-0CD6-EC93-E57200A3D92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0400" y="2135474"/>
            <a:ext cx="5184000" cy="823213"/>
          </a:xfrm>
          <a:prstGeom prst="homePlate">
            <a:avLst>
              <a:gd name="adj" fmla="val 34254"/>
            </a:avLst>
          </a:prstGeom>
          <a:solidFill>
            <a:srgbClr val="DFDFD9"/>
          </a:solidFill>
          <a:ln w="0">
            <a:noFill/>
          </a:ln>
          <a:effectLst/>
        </p:spPr>
        <p:txBody>
          <a:bodyPr lIns="143925" tIns="71963" rIns="1799063" bIns="71963" anchor="t" anchorCtr="0"/>
          <a:lstStyle/>
          <a:p>
            <a:pPr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4" name="Argument 4">
            <a:extLst>
              <a:ext uri="{FF2B5EF4-FFF2-40B4-BE49-F238E27FC236}">
                <a16:creationId xmlns:a16="http://schemas.microsoft.com/office/drawing/2014/main" id="{6924F56A-9431-98CB-9C06-D589E074977A}"/>
              </a:ext>
            </a:extLst>
          </p:cNvPr>
          <p:cNvSpPr>
            <a:spLocks noChangeArrowheads="1"/>
          </p:cNvSpPr>
          <p:nvPr userDrawn="1"/>
        </p:nvSpPr>
        <p:spPr bwMode="auto">
          <a:xfrm rot="10800000" flipV="1">
            <a:off x="6602400" y="2135473"/>
            <a:ext cx="5184000" cy="823213"/>
          </a:xfrm>
          <a:prstGeom prst="homePlate">
            <a:avLst>
              <a:gd name="adj" fmla="val 35342"/>
            </a:avLst>
          </a:prstGeom>
          <a:solidFill>
            <a:srgbClr val="DFDFD9"/>
          </a:solidFill>
          <a:ln w="0">
            <a:noFill/>
          </a:ln>
          <a:effectLst/>
        </p:spPr>
        <p:txBody>
          <a:bodyPr lIns="1799063" tIns="71963" rIns="143925" bIns="71963" anchor="t" anchorCtr="0"/>
          <a:lstStyle/>
          <a:p>
            <a:pPr algn="r"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5" name="Argument 2">
            <a:extLst>
              <a:ext uri="{FF2B5EF4-FFF2-40B4-BE49-F238E27FC236}">
                <a16:creationId xmlns:a16="http://schemas.microsoft.com/office/drawing/2014/main" id="{84D60832-20D8-A531-EF14-547EB273833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0400" y="3376827"/>
            <a:ext cx="4320000" cy="823213"/>
          </a:xfrm>
          <a:prstGeom prst="homePlate">
            <a:avLst>
              <a:gd name="adj" fmla="val 36431"/>
            </a:avLst>
          </a:prstGeom>
          <a:solidFill>
            <a:srgbClr val="DFDFD9"/>
          </a:solidFill>
          <a:ln w="0">
            <a:noFill/>
          </a:ln>
          <a:effectLst/>
        </p:spPr>
        <p:txBody>
          <a:bodyPr lIns="143925" tIns="71963" rIns="1079438" bIns="71963" anchor="t" anchorCtr="0"/>
          <a:lstStyle/>
          <a:p>
            <a:pPr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8" name="Argument 5">
            <a:extLst>
              <a:ext uri="{FF2B5EF4-FFF2-40B4-BE49-F238E27FC236}">
                <a16:creationId xmlns:a16="http://schemas.microsoft.com/office/drawing/2014/main" id="{D8C90B8F-983C-C7C1-97FD-22AD743A6797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7466400" y="3376827"/>
            <a:ext cx="4320000" cy="823213"/>
          </a:xfrm>
          <a:prstGeom prst="homePlate">
            <a:avLst>
              <a:gd name="adj" fmla="val 36430"/>
            </a:avLst>
          </a:prstGeom>
          <a:solidFill>
            <a:srgbClr val="DFDFD9"/>
          </a:solidFill>
          <a:ln w="0">
            <a:noFill/>
          </a:ln>
          <a:effectLst/>
        </p:spPr>
        <p:txBody>
          <a:bodyPr lIns="1079438" tIns="71963" rIns="143925" bIns="71963" anchor="t" anchorCtr="0"/>
          <a:lstStyle/>
          <a:p>
            <a:pPr algn="r"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11" name="Argument 3">
            <a:extLst>
              <a:ext uri="{FF2B5EF4-FFF2-40B4-BE49-F238E27FC236}">
                <a16:creationId xmlns:a16="http://schemas.microsoft.com/office/drawing/2014/main" id="{67A02909-8793-D2F7-019A-427FA21609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0400" y="4618181"/>
            <a:ext cx="5184000" cy="823213"/>
          </a:xfrm>
          <a:prstGeom prst="homePlate">
            <a:avLst>
              <a:gd name="adj" fmla="val 36431"/>
            </a:avLst>
          </a:prstGeom>
          <a:solidFill>
            <a:srgbClr val="DFDFD9"/>
          </a:solidFill>
          <a:ln w="0">
            <a:noFill/>
          </a:ln>
          <a:effectLst/>
        </p:spPr>
        <p:txBody>
          <a:bodyPr lIns="143925" tIns="71963" rIns="1799063" bIns="71963" anchor="t" anchorCtr="0"/>
          <a:lstStyle/>
          <a:p>
            <a:pPr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12" name="Argument 6">
            <a:extLst>
              <a:ext uri="{FF2B5EF4-FFF2-40B4-BE49-F238E27FC236}">
                <a16:creationId xmlns:a16="http://schemas.microsoft.com/office/drawing/2014/main" id="{02E8346A-647F-3748-1705-48643C9AADFC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6602400" y="4618181"/>
            <a:ext cx="5184000" cy="823213"/>
          </a:xfrm>
          <a:prstGeom prst="homePlate">
            <a:avLst>
              <a:gd name="adj" fmla="val 36431"/>
            </a:avLst>
          </a:prstGeom>
          <a:solidFill>
            <a:srgbClr val="DFDFD9"/>
          </a:solidFill>
          <a:ln w="0">
            <a:noFill/>
          </a:ln>
          <a:effectLst/>
        </p:spPr>
        <p:txBody>
          <a:bodyPr lIns="1799063" tIns="71963" rIns="143925" bIns="71963" anchor="t" anchorCtr="0"/>
          <a:lstStyle/>
          <a:p>
            <a:pPr algn="r"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13" name="Base">
            <a:extLst>
              <a:ext uri="{FF2B5EF4-FFF2-40B4-BE49-F238E27FC236}">
                <a16:creationId xmlns:a16="http://schemas.microsoft.com/office/drawing/2014/main" id="{789886C1-1139-C999-1ADC-383E807DB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3723637" y="1415849"/>
            <a:ext cx="4749526" cy="4749526"/>
          </a:xfrm>
          <a:custGeom>
            <a:avLst/>
            <a:gdLst>
              <a:gd name="connsiteX0" fmla="*/ 2376000 w 4752000"/>
              <a:gd name="connsiteY0" fmla="*/ 450000 h 4752000"/>
              <a:gd name="connsiteX1" fmla="*/ 450000 w 4752000"/>
              <a:gd name="connsiteY1" fmla="*/ 2376000 h 4752000"/>
              <a:gd name="connsiteX2" fmla="*/ 2376000 w 4752000"/>
              <a:gd name="connsiteY2" fmla="*/ 4302000 h 4752000"/>
              <a:gd name="connsiteX3" fmla="*/ 4302000 w 4752000"/>
              <a:gd name="connsiteY3" fmla="*/ 2376000 h 4752000"/>
              <a:gd name="connsiteX4" fmla="*/ 2376000 w 4752000"/>
              <a:gd name="connsiteY4" fmla="*/ 450000 h 4752000"/>
              <a:gd name="connsiteX5" fmla="*/ 2376000 w 4752000"/>
              <a:gd name="connsiteY5" fmla="*/ 0 h 4752000"/>
              <a:gd name="connsiteX6" fmla="*/ 4752000 w 4752000"/>
              <a:gd name="connsiteY6" fmla="*/ 2376000 h 4752000"/>
              <a:gd name="connsiteX7" fmla="*/ 2376000 w 4752000"/>
              <a:gd name="connsiteY7" fmla="*/ 4752000 h 4752000"/>
              <a:gd name="connsiteX8" fmla="*/ 0 w 4752000"/>
              <a:gd name="connsiteY8" fmla="*/ 2376000 h 4752000"/>
              <a:gd name="connsiteX9" fmla="*/ 2376000 w 4752000"/>
              <a:gd name="connsiteY9" fmla="*/ 0 h 475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52000" h="4752000">
                <a:moveTo>
                  <a:pt x="2376000" y="450000"/>
                </a:moveTo>
                <a:cubicBezTo>
                  <a:pt x="1312300" y="450000"/>
                  <a:pt x="450000" y="1312300"/>
                  <a:pt x="450000" y="2376000"/>
                </a:cubicBezTo>
                <a:cubicBezTo>
                  <a:pt x="450000" y="3439700"/>
                  <a:pt x="1312300" y="4302000"/>
                  <a:pt x="2376000" y="4302000"/>
                </a:cubicBezTo>
                <a:cubicBezTo>
                  <a:pt x="3439700" y="4302000"/>
                  <a:pt x="4302000" y="3439700"/>
                  <a:pt x="4302000" y="2376000"/>
                </a:cubicBezTo>
                <a:cubicBezTo>
                  <a:pt x="4302000" y="1312300"/>
                  <a:pt x="3439700" y="450000"/>
                  <a:pt x="2376000" y="450000"/>
                </a:cubicBezTo>
                <a:close/>
                <a:moveTo>
                  <a:pt x="2376000" y="0"/>
                </a:moveTo>
                <a:cubicBezTo>
                  <a:pt x="3688229" y="0"/>
                  <a:pt x="4752000" y="1063772"/>
                  <a:pt x="4752000" y="2376000"/>
                </a:cubicBezTo>
                <a:cubicBezTo>
                  <a:pt x="4752000" y="3688228"/>
                  <a:pt x="3688229" y="4752000"/>
                  <a:pt x="2376000" y="4752000"/>
                </a:cubicBezTo>
                <a:cubicBezTo>
                  <a:pt x="1063771" y="4752000"/>
                  <a:pt x="0" y="3688228"/>
                  <a:pt x="0" y="2376000"/>
                </a:cubicBezTo>
                <a:cubicBezTo>
                  <a:pt x="0" y="1063772"/>
                  <a:pt x="1063771" y="0"/>
                  <a:pt x="2376000" y="0"/>
                </a:cubicBezTo>
                <a:close/>
              </a:path>
            </a:pathLst>
          </a:custGeom>
          <a:solidFill>
            <a:srgbClr val="009999"/>
          </a:solidFill>
          <a:ln w="38100">
            <a:noFill/>
          </a:ln>
          <a:effectLst/>
        </p:spPr>
        <p:txBody>
          <a:bodyPr wrap="square" lIns="683644" tIns="143925" rIns="683644" bIns="143925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en-US" sz="2400" b="1" dirty="0">
              <a:solidFill>
                <a:srgbClr val="009999"/>
              </a:solidFill>
              <a:latin typeface="+mn-lt"/>
            </a:endParaRPr>
          </a:p>
        </p:txBody>
      </p:sp>
      <p:sp>
        <p:nvSpPr>
          <p:cNvPr id="14" name="Inhaltsplatzhalter 14">
            <a:extLst>
              <a:ext uri="{FF2B5EF4-FFF2-40B4-BE49-F238E27FC236}">
                <a16:creationId xmlns:a16="http://schemas.microsoft.com/office/drawing/2014/main" id="{75C5743C-3AC2-5EE8-3694-F641756D368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1163" y="2135188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92CDC038-9572-94DC-85AA-BAAC613C1A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1163" y="3376128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6" name="Inhaltsplatzhalter 14">
            <a:extLst>
              <a:ext uri="{FF2B5EF4-FFF2-40B4-BE49-F238E27FC236}">
                <a16:creationId xmlns:a16="http://schemas.microsoft.com/office/drawing/2014/main" id="{DB7C3AF1-8A14-EF7A-5147-E7A4C52AC09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163" y="4640229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7" name="Inhaltsplatzhalter 14">
            <a:extLst>
              <a:ext uri="{FF2B5EF4-FFF2-40B4-BE49-F238E27FC236}">
                <a16:creationId xmlns:a16="http://schemas.microsoft.com/office/drawing/2014/main" id="{2337BD2E-2861-3188-BCA4-EB914B497E1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13737" y="2135124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8" name="Inhaltsplatzhalter 14">
            <a:extLst>
              <a:ext uri="{FF2B5EF4-FFF2-40B4-BE49-F238E27FC236}">
                <a16:creationId xmlns:a16="http://schemas.microsoft.com/office/drawing/2014/main" id="{9496CAB4-0F8C-FD1D-917C-CC826230C9A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13737" y="3378656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9" name="Inhaltsplatzhalter 14">
            <a:extLst>
              <a:ext uri="{FF2B5EF4-FFF2-40B4-BE49-F238E27FC236}">
                <a16:creationId xmlns:a16="http://schemas.microsoft.com/office/drawing/2014/main" id="{2928F44C-A77B-362F-2860-5F4E7497362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13737" y="4615653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0" name="Inhaltsplatzhalter 14">
            <a:extLst>
              <a:ext uri="{FF2B5EF4-FFF2-40B4-BE49-F238E27FC236}">
                <a16:creationId xmlns:a16="http://schemas.microsoft.com/office/drawing/2014/main" id="{F0E19CE5-B298-248B-D873-17A91FE297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43019" y="2784347"/>
            <a:ext cx="3467100" cy="2114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2783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egment 1">
            <a:extLst>
              <a:ext uri="{FF2B5EF4-FFF2-40B4-BE49-F238E27FC236}">
                <a16:creationId xmlns:a16="http://schemas.microsoft.com/office/drawing/2014/main" id="{F58E6B2E-CE3B-E3E5-2AE4-C04B1F542082}"/>
              </a:ext>
            </a:extLst>
          </p:cNvPr>
          <p:cNvSpPr/>
          <p:nvPr userDrawn="1"/>
        </p:nvSpPr>
        <p:spPr bwMode="auto">
          <a:xfrm>
            <a:off x="410400" y="1418400"/>
            <a:ext cx="3017267" cy="1276399"/>
          </a:xfrm>
          <a:custGeom>
            <a:avLst/>
            <a:gdLst>
              <a:gd name="connsiteX0" fmla="*/ 3017267 w 3017267"/>
              <a:gd name="connsiteY0" fmla="*/ 600534 h 1276399"/>
              <a:gd name="connsiteX1" fmla="*/ 3017267 w 3017267"/>
              <a:gd name="connsiteY1" fmla="*/ 600542 h 1276399"/>
              <a:gd name="connsiteX2" fmla="*/ 3017264 w 3017267"/>
              <a:gd name="connsiteY2" fmla="*/ 600542 h 1276399"/>
              <a:gd name="connsiteX3" fmla="*/ 3017264 w 3017267"/>
              <a:gd name="connsiteY3" fmla="*/ 0 h 1276399"/>
              <a:gd name="connsiteX4" fmla="*/ 3017267 w 3017267"/>
              <a:gd name="connsiteY4" fmla="*/ 0 h 1276399"/>
              <a:gd name="connsiteX5" fmla="*/ 3017267 w 3017267"/>
              <a:gd name="connsiteY5" fmla="*/ 10 h 1276399"/>
              <a:gd name="connsiteX6" fmla="*/ 0 w 3017267"/>
              <a:gd name="connsiteY6" fmla="*/ 0 h 1276399"/>
              <a:gd name="connsiteX7" fmla="*/ 3017264 w 3017267"/>
              <a:gd name="connsiteY7" fmla="*/ 0 h 1276399"/>
              <a:gd name="connsiteX8" fmla="*/ 2017853 w 3017267"/>
              <a:gd name="connsiteY8" fmla="*/ 600542 h 1276399"/>
              <a:gd name="connsiteX9" fmla="*/ 2017854 w 3017267"/>
              <a:gd name="connsiteY9" fmla="*/ 600542 h 1276399"/>
              <a:gd name="connsiteX10" fmla="*/ 2017854 w 3017267"/>
              <a:gd name="connsiteY10" fmla="*/ 1276399 h 1276399"/>
              <a:gd name="connsiteX11" fmla="*/ 0 w 3017267"/>
              <a:gd name="connsiteY11" fmla="*/ 1276399 h 1276399"/>
              <a:gd name="connsiteX0" fmla="*/ 3017264 w 3017267"/>
              <a:gd name="connsiteY0" fmla="*/ 600542 h 1276399"/>
              <a:gd name="connsiteX1" fmla="*/ 3017267 w 3017267"/>
              <a:gd name="connsiteY1" fmla="*/ 600542 h 1276399"/>
              <a:gd name="connsiteX2" fmla="*/ 3017264 w 3017267"/>
              <a:gd name="connsiteY2" fmla="*/ 600542 h 1276399"/>
              <a:gd name="connsiteX3" fmla="*/ 3017264 w 3017267"/>
              <a:gd name="connsiteY3" fmla="*/ 0 h 1276399"/>
              <a:gd name="connsiteX4" fmla="*/ 3017267 w 3017267"/>
              <a:gd name="connsiteY4" fmla="*/ 0 h 1276399"/>
              <a:gd name="connsiteX5" fmla="*/ 3017267 w 3017267"/>
              <a:gd name="connsiteY5" fmla="*/ 10 h 1276399"/>
              <a:gd name="connsiteX6" fmla="*/ 3017264 w 3017267"/>
              <a:gd name="connsiteY6" fmla="*/ 0 h 1276399"/>
              <a:gd name="connsiteX7" fmla="*/ 0 w 3017267"/>
              <a:gd name="connsiteY7" fmla="*/ 0 h 1276399"/>
              <a:gd name="connsiteX8" fmla="*/ 3017264 w 3017267"/>
              <a:gd name="connsiteY8" fmla="*/ 0 h 1276399"/>
              <a:gd name="connsiteX9" fmla="*/ 2017853 w 3017267"/>
              <a:gd name="connsiteY9" fmla="*/ 600542 h 1276399"/>
              <a:gd name="connsiteX10" fmla="*/ 2017854 w 3017267"/>
              <a:gd name="connsiteY10" fmla="*/ 600542 h 1276399"/>
              <a:gd name="connsiteX11" fmla="*/ 2017854 w 3017267"/>
              <a:gd name="connsiteY11" fmla="*/ 1276399 h 1276399"/>
              <a:gd name="connsiteX12" fmla="*/ 0 w 3017267"/>
              <a:gd name="connsiteY12" fmla="*/ 1276399 h 1276399"/>
              <a:gd name="connsiteX13" fmla="*/ 0 w 3017267"/>
              <a:gd name="connsiteY13" fmla="*/ 0 h 1276399"/>
              <a:gd name="connsiteX0" fmla="*/ 3017264 w 3017267"/>
              <a:gd name="connsiteY0" fmla="*/ 0 h 1276399"/>
              <a:gd name="connsiteX1" fmla="*/ 3017267 w 3017267"/>
              <a:gd name="connsiteY1" fmla="*/ 0 h 1276399"/>
              <a:gd name="connsiteX2" fmla="*/ 3017267 w 3017267"/>
              <a:gd name="connsiteY2" fmla="*/ 10 h 1276399"/>
              <a:gd name="connsiteX3" fmla="*/ 3017264 w 3017267"/>
              <a:gd name="connsiteY3" fmla="*/ 0 h 1276399"/>
              <a:gd name="connsiteX4" fmla="*/ 0 w 3017267"/>
              <a:gd name="connsiteY4" fmla="*/ 0 h 1276399"/>
              <a:gd name="connsiteX5" fmla="*/ 3017264 w 3017267"/>
              <a:gd name="connsiteY5" fmla="*/ 0 h 1276399"/>
              <a:gd name="connsiteX6" fmla="*/ 2017853 w 3017267"/>
              <a:gd name="connsiteY6" fmla="*/ 600542 h 1276399"/>
              <a:gd name="connsiteX7" fmla="*/ 2017854 w 3017267"/>
              <a:gd name="connsiteY7" fmla="*/ 600542 h 1276399"/>
              <a:gd name="connsiteX8" fmla="*/ 2017854 w 3017267"/>
              <a:gd name="connsiteY8" fmla="*/ 1276399 h 1276399"/>
              <a:gd name="connsiteX9" fmla="*/ 0 w 3017267"/>
              <a:gd name="connsiteY9" fmla="*/ 1276399 h 1276399"/>
              <a:gd name="connsiteX10" fmla="*/ 0 w 3017267"/>
              <a:gd name="connsiteY10" fmla="*/ 0 h 127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17267" h="1276399">
                <a:moveTo>
                  <a:pt x="3017264" y="0"/>
                </a:moveTo>
                <a:lnTo>
                  <a:pt x="3017267" y="0"/>
                </a:lnTo>
                <a:lnTo>
                  <a:pt x="3017267" y="10"/>
                </a:lnTo>
                <a:cubicBezTo>
                  <a:pt x="3017266" y="7"/>
                  <a:pt x="3017265" y="3"/>
                  <a:pt x="3017264" y="0"/>
                </a:cubicBezTo>
                <a:close/>
                <a:moveTo>
                  <a:pt x="0" y="0"/>
                </a:moveTo>
                <a:lnTo>
                  <a:pt x="3017264" y="0"/>
                </a:lnTo>
                <a:lnTo>
                  <a:pt x="2017853" y="600542"/>
                </a:lnTo>
                <a:lnTo>
                  <a:pt x="2017854" y="600542"/>
                </a:lnTo>
                <a:lnTo>
                  <a:pt x="2017854" y="1276399"/>
                </a:lnTo>
                <a:lnTo>
                  <a:pt x="0" y="1276399"/>
                </a:lnTo>
                <a:lnTo>
                  <a:pt x="0" y="0"/>
                </a:lnTo>
                <a:close/>
              </a:path>
            </a:pathLst>
          </a:custGeom>
          <a:solidFill>
            <a:srgbClr val="CCCCD4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Segment 2">
            <a:extLst>
              <a:ext uri="{FF2B5EF4-FFF2-40B4-BE49-F238E27FC236}">
                <a16:creationId xmlns:a16="http://schemas.microsoft.com/office/drawing/2014/main" id="{8DCA07D4-100D-0594-6A2C-8E34FF4DA423}"/>
              </a:ext>
            </a:extLst>
          </p:cNvPr>
          <p:cNvSpPr/>
          <p:nvPr userDrawn="1"/>
        </p:nvSpPr>
        <p:spPr bwMode="auto">
          <a:xfrm>
            <a:off x="2428255" y="2018942"/>
            <a:ext cx="3017267" cy="1276399"/>
          </a:xfrm>
          <a:custGeom>
            <a:avLst/>
            <a:gdLst>
              <a:gd name="connsiteX0" fmla="*/ 0 w 3017267"/>
              <a:gd name="connsiteY0" fmla="*/ 0 h 1276399"/>
              <a:gd name="connsiteX1" fmla="*/ 3017267 w 3017267"/>
              <a:gd name="connsiteY1" fmla="*/ 0 h 1276399"/>
              <a:gd name="connsiteX2" fmla="*/ 2017856 w 3017267"/>
              <a:gd name="connsiteY2" fmla="*/ 600542 h 1276399"/>
              <a:gd name="connsiteX3" fmla="*/ 2017856 w 3017267"/>
              <a:gd name="connsiteY3" fmla="*/ 1276399 h 1276399"/>
              <a:gd name="connsiteX4" fmla="*/ 0 w 3017267"/>
              <a:gd name="connsiteY4" fmla="*/ 1276399 h 127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7267" h="1276399">
                <a:moveTo>
                  <a:pt x="0" y="0"/>
                </a:moveTo>
                <a:lnTo>
                  <a:pt x="3017267" y="0"/>
                </a:lnTo>
                <a:lnTo>
                  <a:pt x="2017856" y="600542"/>
                </a:lnTo>
                <a:lnTo>
                  <a:pt x="2017856" y="1276399"/>
                </a:lnTo>
                <a:lnTo>
                  <a:pt x="0" y="1276399"/>
                </a:lnTo>
                <a:close/>
              </a:path>
            </a:pathLst>
          </a:custGeom>
          <a:solidFill>
            <a:srgbClr val="00C1B6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Segment 3">
            <a:extLst>
              <a:ext uri="{FF2B5EF4-FFF2-40B4-BE49-F238E27FC236}">
                <a16:creationId xmlns:a16="http://schemas.microsoft.com/office/drawing/2014/main" id="{D157ED12-38C9-2A1B-40E8-9F942DED2A3D}"/>
              </a:ext>
            </a:extLst>
          </p:cNvPr>
          <p:cNvSpPr/>
          <p:nvPr userDrawn="1"/>
        </p:nvSpPr>
        <p:spPr bwMode="auto">
          <a:xfrm>
            <a:off x="4439848" y="2619484"/>
            <a:ext cx="3017267" cy="1276399"/>
          </a:xfrm>
          <a:custGeom>
            <a:avLst/>
            <a:gdLst>
              <a:gd name="connsiteX0" fmla="*/ 0 w 3017267"/>
              <a:gd name="connsiteY0" fmla="*/ 0 h 1276399"/>
              <a:gd name="connsiteX1" fmla="*/ 3017267 w 3017267"/>
              <a:gd name="connsiteY1" fmla="*/ 0 h 1276399"/>
              <a:gd name="connsiteX2" fmla="*/ 2017856 w 3017267"/>
              <a:gd name="connsiteY2" fmla="*/ 600542 h 1276399"/>
              <a:gd name="connsiteX3" fmla="*/ 2017855 w 3017267"/>
              <a:gd name="connsiteY3" fmla="*/ 600542 h 1276399"/>
              <a:gd name="connsiteX4" fmla="*/ 2017855 w 3017267"/>
              <a:gd name="connsiteY4" fmla="*/ 1276399 h 1276399"/>
              <a:gd name="connsiteX5" fmla="*/ 0 w 3017267"/>
              <a:gd name="connsiteY5" fmla="*/ 1276399 h 127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7267" h="1276399">
                <a:moveTo>
                  <a:pt x="0" y="0"/>
                </a:moveTo>
                <a:lnTo>
                  <a:pt x="3017267" y="0"/>
                </a:lnTo>
                <a:lnTo>
                  <a:pt x="2017856" y="600542"/>
                </a:lnTo>
                <a:lnTo>
                  <a:pt x="2017855" y="600542"/>
                </a:lnTo>
                <a:lnTo>
                  <a:pt x="2017855" y="1276399"/>
                </a:lnTo>
                <a:lnTo>
                  <a:pt x="0" y="1276399"/>
                </a:lnTo>
                <a:close/>
              </a:path>
            </a:pathLst>
          </a:custGeom>
          <a:solidFill>
            <a:srgbClr val="9999A9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Segment 4">
            <a:extLst>
              <a:ext uri="{FF2B5EF4-FFF2-40B4-BE49-F238E27FC236}">
                <a16:creationId xmlns:a16="http://schemas.microsoft.com/office/drawing/2014/main" id="{13750221-9151-C07E-56E7-2D051B7F92CA}"/>
              </a:ext>
            </a:extLst>
          </p:cNvPr>
          <p:cNvSpPr/>
          <p:nvPr userDrawn="1"/>
        </p:nvSpPr>
        <p:spPr bwMode="auto">
          <a:xfrm>
            <a:off x="6457703" y="3220026"/>
            <a:ext cx="3017267" cy="1276399"/>
          </a:xfrm>
          <a:custGeom>
            <a:avLst/>
            <a:gdLst>
              <a:gd name="connsiteX0" fmla="*/ 0 w 3017267"/>
              <a:gd name="connsiteY0" fmla="*/ 0 h 1276399"/>
              <a:gd name="connsiteX1" fmla="*/ 3017267 w 3017267"/>
              <a:gd name="connsiteY1" fmla="*/ 0 h 1276399"/>
              <a:gd name="connsiteX2" fmla="*/ 3017267 w 3017267"/>
              <a:gd name="connsiteY2" fmla="*/ 6 h 1276399"/>
              <a:gd name="connsiteX3" fmla="*/ 3017263 w 3017267"/>
              <a:gd name="connsiteY3" fmla="*/ 1 h 1276399"/>
              <a:gd name="connsiteX4" fmla="*/ 2020516 w 3017267"/>
              <a:gd name="connsiteY4" fmla="*/ 598941 h 1276399"/>
              <a:gd name="connsiteX5" fmla="*/ 2017853 w 3017267"/>
              <a:gd name="connsiteY5" fmla="*/ 598941 h 1276399"/>
              <a:gd name="connsiteX6" fmla="*/ 2017853 w 3017267"/>
              <a:gd name="connsiteY6" fmla="*/ 600542 h 1276399"/>
              <a:gd name="connsiteX7" fmla="*/ 2017852 w 3017267"/>
              <a:gd name="connsiteY7" fmla="*/ 600542 h 1276399"/>
              <a:gd name="connsiteX8" fmla="*/ 2017853 w 3017267"/>
              <a:gd name="connsiteY8" fmla="*/ 600543 h 1276399"/>
              <a:gd name="connsiteX9" fmla="*/ 2017853 w 3017267"/>
              <a:gd name="connsiteY9" fmla="*/ 1276399 h 1276399"/>
              <a:gd name="connsiteX10" fmla="*/ 0 w 3017267"/>
              <a:gd name="connsiteY10" fmla="*/ 1276399 h 127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17267" h="1276399">
                <a:moveTo>
                  <a:pt x="0" y="0"/>
                </a:moveTo>
                <a:lnTo>
                  <a:pt x="3017267" y="0"/>
                </a:lnTo>
                <a:lnTo>
                  <a:pt x="3017267" y="6"/>
                </a:lnTo>
                <a:lnTo>
                  <a:pt x="3017263" y="1"/>
                </a:lnTo>
                <a:lnTo>
                  <a:pt x="2020516" y="598941"/>
                </a:lnTo>
                <a:lnTo>
                  <a:pt x="2017853" y="598941"/>
                </a:lnTo>
                <a:lnTo>
                  <a:pt x="2017853" y="600542"/>
                </a:lnTo>
                <a:lnTo>
                  <a:pt x="2017852" y="600542"/>
                </a:lnTo>
                <a:lnTo>
                  <a:pt x="2017853" y="600543"/>
                </a:lnTo>
                <a:lnTo>
                  <a:pt x="2017853" y="1276399"/>
                </a:lnTo>
                <a:lnTo>
                  <a:pt x="0" y="1276399"/>
                </a:lnTo>
                <a:close/>
              </a:path>
            </a:pathLst>
          </a:custGeom>
          <a:solidFill>
            <a:srgbClr val="66667E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Segment 5">
            <a:extLst>
              <a:ext uri="{FF2B5EF4-FFF2-40B4-BE49-F238E27FC236}">
                <a16:creationId xmlns:a16="http://schemas.microsoft.com/office/drawing/2014/main" id="{A8A6E43E-0B18-B00C-433E-0D19666BB1E8}"/>
              </a:ext>
            </a:extLst>
          </p:cNvPr>
          <p:cNvSpPr/>
          <p:nvPr userDrawn="1"/>
        </p:nvSpPr>
        <p:spPr bwMode="auto">
          <a:xfrm>
            <a:off x="8469294" y="3818967"/>
            <a:ext cx="3017267" cy="1278000"/>
          </a:xfrm>
          <a:prstGeom prst="homePlate">
            <a:avLst>
              <a:gd name="adj" fmla="val 37306"/>
            </a:avLst>
          </a:prstGeom>
          <a:solidFill>
            <a:srgbClr val="333353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5C82DBCE-BEB3-B44F-0BC4-72C02C64AE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1163" y="1417638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FDD668BE-F2CC-6749-82F3-0AA5F7A93E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32200" y="2026955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46DC9643-CB6C-3E36-673F-142D302E3D1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3237" y="2609933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71BE6C9-A656-7009-282D-E689E33E983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84338" y="3216887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1113B53C-DEC2-849A-7E66-23E4820C730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560249" y="3864219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33508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egment 1">
            <a:extLst>
              <a:ext uri="{FF2B5EF4-FFF2-40B4-BE49-F238E27FC236}">
                <a16:creationId xmlns:a16="http://schemas.microsoft.com/office/drawing/2014/main" id="{F3FF35B6-A88B-DE14-7F03-95F9006EDB05}"/>
              </a:ext>
            </a:extLst>
          </p:cNvPr>
          <p:cNvSpPr/>
          <p:nvPr userDrawn="1"/>
        </p:nvSpPr>
        <p:spPr bwMode="auto">
          <a:xfrm>
            <a:off x="410400" y="1418400"/>
            <a:ext cx="3017267" cy="1276399"/>
          </a:xfrm>
          <a:custGeom>
            <a:avLst/>
            <a:gdLst>
              <a:gd name="connsiteX0" fmla="*/ 3017267 w 3017267"/>
              <a:gd name="connsiteY0" fmla="*/ 600534 h 1276399"/>
              <a:gd name="connsiteX1" fmla="*/ 3017267 w 3017267"/>
              <a:gd name="connsiteY1" fmla="*/ 600542 h 1276399"/>
              <a:gd name="connsiteX2" fmla="*/ 3017264 w 3017267"/>
              <a:gd name="connsiteY2" fmla="*/ 600542 h 1276399"/>
              <a:gd name="connsiteX3" fmla="*/ 3017264 w 3017267"/>
              <a:gd name="connsiteY3" fmla="*/ 0 h 1276399"/>
              <a:gd name="connsiteX4" fmla="*/ 3017267 w 3017267"/>
              <a:gd name="connsiteY4" fmla="*/ 0 h 1276399"/>
              <a:gd name="connsiteX5" fmla="*/ 3017267 w 3017267"/>
              <a:gd name="connsiteY5" fmla="*/ 10 h 1276399"/>
              <a:gd name="connsiteX6" fmla="*/ 0 w 3017267"/>
              <a:gd name="connsiteY6" fmla="*/ 0 h 1276399"/>
              <a:gd name="connsiteX7" fmla="*/ 3017264 w 3017267"/>
              <a:gd name="connsiteY7" fmla="*/ 0 h 1276399"/>
              <a:gd name="connsiteX8" fmla="*/ 2017853 w 3017267"/>
              <a:gd name="connsiteY8" fmla="*/ 600542 h 1276399"/>
              <a:gd name="connsiteX9" fmla="*/ 2017854 w 3017267"/>
              <a:gd name="connsiteY9" fmla="*/ 600542 h 1276399"/>
              <a:gd name="connsiteX10" fmla="*/ 2017854 w 3017267"/>
              <a:gd name="connsiteY10" fmla="*/ 1276399 h 1276399"/>
              <a:gd name="connsiteX11" fmla="*/ 0 w 3017267"/>
              <a:gd name="connsiteY11" fmla="*/ 1276399 h 1276399"/>
              <a:gd name="connsiteX0" fmla="*/ 3017264 w 3017267"/>
              <a:gd name="connsiteY0" fmla="*/ 600542 h 1276399"/>
              <a:gd name="connsiteX1" fmla="*/ 3017267 w 3017267"/>
              <a:gd name="connsiteY1" fmla="*/ 600542 h 1276399"/>
              <a:gd name="connsiteX2" fmla="*/ 3017264 w 3017267"/>
              <a:gd name="connsiteY2" fmla="*/ 600542 h 1276399"/>
              <a:gd name="connsiteX3" fmla="*/ 3017264 w 3017267"/>
              <a:gd name="connsiteY3" fmla="*/ 0 h 1276399"/>
              <a:gd name="connsiteX4" fmla="*/ 3017267 w 3017267"/>
              <a:gd name="connsiteY4" fmla="*/ 0 h 1276399"/>
              <a:gd name="connsiteX5" fmla="*/ 3017267 w 3017267"/>
              <a:gd name="connsiteY5" fmla="*/ 10 h 1276399"/>
              <a:gd name="connsiteX6" fmla="*/ 3017264 w 3017267"/>
              <a:gd name="connsiteY6" fmla="*/ 0 h 1276399"/>
              <a:gd name="connsiteX7" fmla="*/ 0 w 3017267"/>
              <a:gd name="connsiteY7" fmla="*/ 0 h 1276399"/>
              <a:gd name="connsiteX8" fmla="*/ 3017264 w 3017267"/>
              <a:gd name="connsiteY8" fmla="*/ 0 h 1276399"/>
              <a:gd name="connsiteX9" fmla="*/ 2017853 w 3017267"/>
              <a:gd name="connsiteY9" fmla="*/ 600542 h 1276399"/>
              <a:gd name="connsiteX10" fmla="*/ 2017854 w 3017267"/>
              <a:gd name="connsiteY10" fmla="*/ 600542 h 1276399"/>
              <a:gd name="connsiteX11" fmla="*/ 2017854 w 3017267"/>
              <a:gd name="connsiteY11" fmla="*/ 1276399 h 1276399"/>
              <a:gd name="connsiteX12" fmla="*/ 0 w 3017267"/>
              <a:gd name="connsiteY12" fmla="*/ 1276399 h 1276399"/>
              <a:gd name="connsiteX13" fmla="*/ 0 w 3017267"/>
              <a:gd name="connsiteY13" fmla="*/ 0 h 1276399"/>
              <a:gd name="connsiteX0" fmla="*/ 3017264 w 3017267"/>
              <a:gd name="connsiteY0" fmla="*/ 0 h 1276399"/>
              <a:gd name="connsiteX1" fmla="*/ 3017267 w 3017267"/>
              <a:gd name="connsiteY1" fmla="*/ 0 h 1276399"/>
              <a:gd name="connsiteX2" fmla="*/ 3017267 w 3017267"/>
              <a:gd name="connsiteY2" fmla="*/ 10 h 1276399"/>
              <a:gd name="connsiteX3" fmla="*/ 3017264 w 3017267"/>
              <a:gd name="connsiteY3" fmla="*/ 0 h 1276399"/>
              <a:gd name="connsiteX4" fmla="*/ 0 w 3017267"/>
              <a:gd name="connsiteY4" fmla="*/ 0 h 1276399"/>
              <a:gd name="connsiteX5" fmla="*/ 3017264 w 3017267"/>
              <a:gd name="connsiteY5" fmla="*/ 0 h 1276399"/>
              <a:gd name="connsiteX6" fmla="*/ 2017853 w 3017267"/>
              <a:gd name="connsiteY6" fmla="*/ 600542 h 1276399"/>
              <a:gd name="connsiteX7" fmla="*/ 2017854 w 3017267"/>
              <a:gd name="connsiteY7" fmla="*/ 600542 h 1276399"/>
              <a:gd name="connsiteX8" fmla="*/ 2017854 w 3017267"/>
              <a:gd name="connsiteY8" fmla="*/ 1276399 h 1276399"/>
              <a:gd name="connsiteX9" fmla="*/ 0 w 3017267"/>
              <a:gd name="connsiteY9" fmla="*/ 1276399 h 1276399"/>
              <a:gd name="connsiteX10" fmla="*/ 0 w 3017267"/>
              <a:gd name="connsiteY10" fmla="*/ 0 h 127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17267" h="1276399">
                <a:moveTo>
                  <a:pt x="3017264" y="0"/>
                </a:moveTo>
                <a:lnTo>
                  <a:pt x="3017267" y="0"/>
                </a:lnTo>
                <a:lnTo>
                  <a:pt x="3017267" y="10"/>
                </a:lnTo>
                <a:cubicBezTo>
                  <a:pt x="3017266" y="7"/>
                  <a:pt x="3017265" y="3"/>
                  <a:pt x="3017264" y="0"/>
                </a:cubicBezTo>
                <a:close/>
                <a:moveTo>
                  <a:pt x="0" y="0"/>
                </a:moveTo>
                <a:lnTo>
                  <a:pt x="3017264" y="0"/>
                </a:lnTo>
                <a:lnTo>
                  <a:pt x="2017853" y="600542"/>
                </a:lnTo>
                <a:lnTo>
                  <a:pt x="2017854" y="600542"/>
                </a:lnTo>
                <a:lnTo>
                  <a:pt x="2017854" y="1276399"/>
                </a:lnTo>
                <a:lnTo>
                  <a:pt x="0" y="1276399"/>
                </a:lnTo>
                <a:lnTo>
                  <a:pt x="0" y="0"/>
                </a:lnTo>
                <a:close/>
              </a:path>
            </a:pathLst>
          </a:custGeom>
          <a:solidFill>
            <a:srgbClr val="DFDFD9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egment 2">
            <a:extLst>
              <a:ext uri="{FF2B5EF4-FFF2-40B4-BE49-F238E27FC236}">
                <a16:creationId xmlns:a16="http://schemas.microsoft.com/office/drawing/2014/main" id="{3974C5C1-14D3-D9A4-B0ED-4D55A9D4AEB1}"/>
              </a:ext>
            </a:extLst>
          </p:cNvPr>
          <p:cNvSpPr/>
          <p:nvPr userDrawn="1"/>
        </p:nvSpPr>
        <p:spPr bwMode="auto">
          <a:xfrm>
            <a:off x="2428255" y="2018942"/>
            <a:ext cx="3017267" cy="1276399"/>
          </a:xfrm>
          <a:custGeom>
            <a:avLst/>
            <a:gdLst>
              <a:gd name="connsiteX0" fmla="*/ 0 w 3017267"/>
              <a:gd name="connsiteY0" fmla="*/ 0 h 1276399"/>
              <a:gd name="connsiteX1" fmla="*/ 3017267 w 3017267"/>
              <a:gd name="connsiteY1" fmla="*/ 0 h 1276399"/>
              <a:gd name="connsiteX2" fmla="*/ 2017856 w 3017267"/>
              <a:gd name="connsiteY2" fmla="*/ 600542 h 1276399"/>
              <a:gd name="connsiteX3" fmla="*/ 2017856 w 3017267"/>
              <a:gd name="connsiteY3" fmla="*/ 1276399 h 1276399"/>
              <a:gd name="connsiteX4" fmla="*/ 0 w 3017267"/>
              <a:gd name="connsiteY4" fmla="*/ 1276399 h 127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7267" h="1276399">
                <a:moveTo>
                  <a:pt x="0" y="0"/>
                </a:moveTo>
                <a:lnTo>
                  <a:pt x="3017267" y="0"/>
                </a:lnTo>
                <a:lnTo>
                  <a:pt x="2017856" y="600542"/>
                </a:lnTo>
                <a:lnTo>
                  <a:pt x="2017856" y="1276399"/>
                </a:lnTo>
                <a:lnTo>
                  <a:pt x="0" y="1276399"/>
                </a:lnTo>
                <a:close/>
              </a:path>
            </a:pathLst>
          </a:custGeom>
          <a:solidFill>
            <a:srgbClr val="009999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egment 3">
            <a:extLst>
              <a:ext uri="{FF2B5EF4-FFF2-40B4-BE49-F238E27FC236}">
                <a16:creationId xmlns:a16="http://schemas.microsoft.com/office/drawing/2014/main" id="{4F1011F8-33FE-831F-248D-E0D0C33DFB65}"/>
              </a:ext>
            </a:extLst>
          </p:cNvPr>
          <p:cNvSpPr/>
          <p:nvPr userDrawn="1"/>
        </p:nvSpPr>
        <p:spPr bwMode="auto">
          <a:xfrm>
            <a:off x="4439848" y="2619484"/>
            <a:ext cx="3017267" cy="1276399"/>
          </a:xfrm>
          <a:custGeom>
            <a:avLst/>
            <a:gdLst>
              <a:gd name="connsiteX0" fmla="*/ 0 w 3017267"/>
              <a:gd name="connsiteY0" fmla="*/ 0 h 1276399"/>
              <a:gd name="connsiteX1" fmla="*/ 3017267 w 3017267"/>
              <a:gd name="connsiteY1" fmla="*/ 0 h 1276399"/>
              <a:gd name="connsiteX2" fmla="*/ 2017856 w 3017267"/>
              <a:gd name="connsiteY2" fmla="*/ 600542 h 1276399"/>
              <a:gd name="connsiteX3" fmla="*/ 2017855 w 3017267"/>
              <a:gd name="connsiteY3" fmla="*/ 600542 h 1276399"/>
              <a:gd name="connsiteX4" fmla="*/ 2017855 w 3017267"/>
              <a:gd name="connsiteY4" fmla="*/ 1276399 h 1276399"/>
              <a:gd name="connsiteX5" fmla="*/ 0 w 3017267"/>
              <a:gd name="connsiteY5" fmla="*/ 1276399 h 127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7267" h="1276399">
                <a:moveTo>
                  <a:pt x="0" y="0"/>
                </a:moveTo>
                <a:lnTo>
                  <a:pt x="3017267" y="0"/>
                </a:lnTo>
                <a:lnTo>
                  <a:pt x="2017856" y="600542"/>
                </a:lnTo>
                <a:lnTo>
                  <a:pt x="2017855" y="600542"/>
                </a:lnTo>
                <a:lnTo>
                  <a:pt x="2017855" y="1276399"/>
                </a:lnTo>
                <a:lnTo>
                  <a:pt x="0" y="1276399"/>
                </a:lnTo>
                <a:close/>
              </a:path>
            </a:pathLst>
          </a:custGeom>
          <a:solidFill>
            <a:srgbClr val="DFDFD9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Segment 4">
            <a:extLst>
              <a:ext uri="{FF2B5EF4-FFF2-40B4-BE49-F238E27FC236}">
                <a16:creationId xmlns:a16="http://schemas.microsoft.com/office/drawing/2014/main" id="{B01C329D-8657-9F38-5273-EB2780A02B9D}"/>
              </a:ext>
            </a:extLst>
          </p:cNvPr>
          <p:cNvSpPr/>
          <p:nvPr userDrawn="1"/>
        </p:nvSpPr>
        <p:spPr bwMode="auto">
          <a:xfrm>
            <a:off x="6457703" y="3220026"/>
            <a:ext cx="3017267" cy="1276399"/>
          </a:xfrm>
          <a:custGeom>
            <a:avLst/>
            <a:gdLst>
              <a:gd name="connsiteX0" fmla="*/ 0 w 3017267"/>
              <a:gd name="connsiteY0" fmla="*/ 0 h 1276399"/>
              <a:gd name="connsiteX1" fmla="*/ 3017267 w 3017267"/>
              <a:gd name="connsiteY1" fmla="*/ 0 h 1276399"/>
              <a:gd name="connsiteX2" fmla="*/ 3017267 w 3017267"/>
              <a:gd name="connsiteY2" fmla="*/ 6 h 1276399"/>
              <a:gd name="connsiteX3" fmla="*/ 3017263 w 3017267"/>
              <a:gd name="connsiteY3" fmla="*/ 1 h 1276399"/>
              <a:gd name="connsiteX4" fmla="*/ 2020516 w 3017267"/>
              <a:gd name="connsiteY4" fmla="*/ 598941 h 1276399"/>
              <a:gd name="connsiteX5" fmla="*/ 2017853 w 3017267"/>
              <a:gd name="connsiteY5" fmla="*/ 598941 h 1276399"/>
              <a:gd name="connsiteX6" fmla="*/ 2017853 w 3017267"/>
              <a:gd name="connsiteY6" fmla="*/ 600542 h 1276399"/>
              <a:gd name="connsiteX7" fmla="*/ 2017852 w 3017267"/>
              <a:gd name="connsiteY7" fmla="*/ 600542 h 1276399"/>
              <a:gd name="connsiteX8" fmla="*/ 2017853 w 3017267"/>
              <a:gd name="connsiteY8" fmla="*/ 600543 h 1276399"/>
              <a:gd name="connsiteX9" fmla="*/ 2017853 w 3017267"/>
              <a:gd name="connsiteY9" fmla="*/ 1276399 h 1276399"/>
              <a:gd name="connsiteX10" fmla="*/ 0 w 3017267"/>
              <a:gd name="connsiteY10" fmla="*/ 1276399 h 127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17267" h="1276399">
                <a:moveTo>
                  <a:pt x="0" y="0"/>
                </a:moveTo>
                <a:lnTo>
                  <a:pt x="3017267" y="0"/>
                </a:lnTo>
                <a:lnTo>
                  <a:pt x="3017267" y="6"/>
                </a:lnTo>
                <a:lnTo>
                  <a:pt x="3017263" y="1"/>
                </a:lnTo>
                <a:lnTo>
                  <a:pt x="2020516" y="598941"/>
                </a:lnTo>
                <a:lnTo>
                  <a:pt x="2017853" y="598941"/>
                </a:lnTo>
                <a:lnTo>
                  <a:pt x="2017853" y="600542"/>
                </a:lnTo>
                <a:lnTo>
                  <a:pt x="2017852" y="600542"/>
                </a:lnTo>
                <a:lnTo>
                  <a:pt x="2017853" y="600543"/>
                </a:lnTo>
                <a:lnTo>
                  <a:pt x="2017853" y="1276399"/>
                </a:lnTo>
                <a:lnTo>
                  <a:pt x="0" y="1276399"/>
                </a:lnTo>
                <a:close/>
              </a:path>
            </a:pathLst>
          </a:custGeom>
          <a:solidFill>
            <a:srgbClr val="C5C5B8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Segment 5">
            <a:extLst>
              <a:ext uri="{FF2B5EF4-FFF2-40B4-BE49-F238E27FC236}">
                <a16:creationId xmlns:a16="http://schemas.microsoft.com/office/drawing/2014/main" id="{4127484D-3EDD-8E5F-6C20-D5E77D79C0EC}"/>
              </a:ext>
            </a:extLst>
          </p:cNvPr>
          <p:cNvSpPr/>
          <p:nvPr userDrawn="1"/>
        </p:nvSpPr>
        <p:spPr bwMode="auto">
          <a:xfrm>
            <a:off x="8469294" y="3818967"/>
            <a:ext cx="3017267" cy="1278000"/>
          </a:xfrm>
          <a:prstGeom prst="homePlate">
            <a:avLst>
              <a:gd name="adj" fmla="val 37306"/>
            </a:avLst>
          </a:prstGeom>
          <a:solidFill>
            <a:srgbClr val="AAAA96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Inhaltsplatzhalter 11">
            <a:extLst>
              <a:ext uri="{FF2B5EF4-FFF2-40B4-BE49-F238E27FC236}">
                <a16:creationId xmlns:a16="http://schemas.microsoft.com/office/drawing/2014/main" id="{294F71BE-7FC8-C558-E0F4-183D2D436DC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1163" y="1417638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499E8EC9-6A06-D681-08AE-2B74BF8AC9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32200" y="2026955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4E0566-2B9A-B10A-0453-F005A26963C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3237" y="2609933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1F6A9F4F-A95D-E2F9-BDF6-4FCC8E2995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84338" y="3216887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4619162D-58DC-2E72-CF23-7CB4B90E36E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560249" y="3864219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173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egment 1" descr="Process segment">
            <a:extLst>
              <a:ext uri="{FF2B5EF4-FFF2-40B4-BE49-F238E27FC236}">
                <a16:creationId xmlns:a16="http://schemas.microsoft.com/office/drawing/2014/main" id="{98575D01-DDCE-1544-7F99-25BC96AA127E}"/>
              </a:ext>
            </a:extLst>
          </p:cNvPr>
          <p:cNvSpPr/>
          <p:nvPr userDrawn="1"/>
        </p:nvSpPr>
        <p:spPr bwMode="auto">
          <a:xfrm>
            <a:off x="410400" y="2498400"/>
            <a:ext cx="3849995" cy="1007475"/>
          </a:xfrm>
          <a:prstGeom prst="homePlate">
            <a:avLst>
              <a:gd name="adj" fmla="val 37199"/>
            </a:avLst>
          </a:prstGeom>
          <a:solidFill>
            <a:srgbClr val="333353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4" name="Number 1" descr="1">
            <a:extLst>
              <a:ext uri="{FF2B5EF4-FFF2-40B4-BE49-F238E27FC236}">
                <a16:creationId xmlns:a16="http://schemas.microsoft.com/office/drawing/2014/main" id="{A4F8097D-3324-CA78-3B25-E4C24E3AA97F}"/>
              </a:ext>
            </a:extLst>
          </p:cNvPr>
          <p:cNvSpPr>
            <a:spLocks/>
          </p:cNvSpPr>
          <p:nvPr userDrawn="1"/>
        </p:nvSpPr>
        <p:spPr bwMode="gray">
          <a:xfrm>
            <a:off x="681246" y="2727998"/>
            <a:ext cx="315798" cy="548281"/>
          </a:xfrm>
          <a:custGeom>
            <a:avLst/>
            <a:gdLst>
              <a:gd name="T0" fmla="*/ 717 w 1501"/>
              <a:gd name="T1" fmla="*/ 2270 h 2606"/>
              <a:gd name="T2" fmla="*/ 717 w 1501"/>
              <a:gd name="T3" fmla="*/ 485 h 2606"/>
              <a:gd name="T4" fmla="*/ 202 w 1501"/>
              <a:gd name="T5" fmla="*/ 814 h 2606"/>
              <a:gd name="T6" fmla="*/ 0 w 1501"/>
              <a:gd name="T7" fmla="*/ 463 h 2606"/>
              <a:gd name="T8" fmla="*/ 762 w 1501"/>
              <a:gd name="T9" fmla="*/ 0 h 2606"/>
              <a:gd name="T10" fmla="*/ 1158 w 1501"/>
              <a:gd name="T11" fmla="*/ 0 h 2606"/>
              <a:gd name="T12" fmla="*/ 1158 w 1501"/>
              <a:gd name="T13" fmla="*/ 2270 h 2606"/>
              <a:gd name="T14" fmla="*/ 1501 w 1501"/>
              <a:gd name="T15" fmla="*/ 2285 h 2606"/>
              <a:gd name="T16" fmla="*/ 1501 w 1501"/>
              <a:gd name="T17" fmla="*/ 2606 h 2606"/>
              <a:gd name="T18" fmla="*/ 381 w 1501"/>
              <a:gd name="T19" fmla="*/ 2606 h 2606"/>
              <a:gd name="T20" fmla="*/ 381 w 1501"/>
              <a:gd name="T21" fmla="*/ 2285 h 2606"/>
              <a:gd name="T22" fmla="*/ 717 w 1501"/>
              <a:gd name="T23" fmla="*/ 2270 h 2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501" h="2606">
                <a:moveTo>
                  <a:pt x="717" y="2270"/>
                </a:moveTo>
                <a:lnTo>
                  <a:pt x="717" y="485"/>
                </a:lnTo>
                <a:lnTo>
                  <a:pt x="202" y="814"/>
                </a:lnTo>
                <a:lnTo>
                  <a:pt x="0" y="463"/>
                </a:lnTo>
                <a:lnTo>
                  <a:pt x="762" y="0"/>
                </a:lnTo>
                <a:lnTo>
                  <a:pt x="1158" y="0"/>
                </a:lnTo>
                <a:lnTo>
                  <a:pt x="1158" y="2270"/>
                </a:lnTo>
                <a:lnTo>
                  <a:pt x="1501" y="2285"/>
                </a:lnTo>
                <a:lnTo>
                  <a:pt x="1501" y="2606"/>
                </a:lnTo>
                <a:lnTo>
                  <a:pt x="381" y="2606"/>
                </a:lnTo>
                <a:lnTo>
                  <a:pt x="381" y="2285"/>
                </a:lnTo>
                <a:lnTo>
                  <a:pt x="717" y="227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Segment 2" descr="Process segment">
            <a:extLst>
              <a:ext uri="{FF2B5EF4-FFF2-40B4-BE49-F238E27FC236}">
                <a16:creationId xmlns:a16="http://schemas.microsoft.com/office/drawing/2014/main" id="{1B6ED6A1-08A7-EA71-2326-ECD5A832833B}"/>
              </a:ext>
            </a:extLst>
          </p:cNvPr>
          <p:cNvSpPr/>
          <p:nvPr userDrawn="1"/>
        </p:nvSpPr>
        <p:spPr bwMode="auto">
          <a:xfrm>
            <a:off x="4026517" y="2498400"/>
            <a:ext cx="3849995" cy="1007475"/>
          </a:xfrm>
          <a:prstGeom prst="chevron">
            <a:avLst>
              <a:gd name="adj" fmla="val 37584"/>
            </a:avLst>
          </a:prstGeom>
          <a:solidFill>
            <a:srgbClr val="333353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10" name="Number 2" descr="2">
            <a:extLst>
              <a:ext uri="{FF2B5EF4-FFF2-40B4-BE49-F238E27FC236}">
                <a16:creationId xmlns:a16="http://schemas.microsoft.com/office/drawing/2014/main" id="{2FABCDF8-6919-3351-39A8-E73B0C962BDB}"/>
              </a:ext>
            </a:extLst>
          </p:cNvPr>
          <p:cNvSpPr>
            <a:spLocks/>
          </p:cNvSpPr>
          <p:nvPr userDrawn="1"/>
        </p:nvSpPr>
        <p:spPr bwMode="gray">
          <a:xfrm>
            <a:off x="4612888" y="2722272"/>
            <a:ext cx="359362" cy="559733"/>
          </a:xfrm>
          <a:custGeom>
            <a:avLst/>
            <a:gdLst>
              <a:gd name="T0" fmla="*/ 0 w 228"/>
              <a:gd name="T1" fmla="*/ 355 h 355"/>
              <a:gd name="T2" fmla="*/ 0 w 228"/>
              <a:gd name="T3" fmla="*/ 307 h 355"/>
              <a:gd name="T4" fmla="*/ 105 w 228"/>
              <a:gd name="T5" fmla="*/ 203 h 355"/>
              <a:gd name="T6" fmla="*/ 153 w 228"/>
              <a:gd name="T7" fmla="*/ 141 h 355"/>
              <a:gd name="T8" fmla="*/ 164 w 228"/>
              <a:gd name="T9" fmla="*/ 100 h 355"/>
              <a:gd name="T10" fmla="*/ 148 w 228"/>
              <a:gd name="T11" fmla="*/ 64 h 355"/>
              <a:gd name="T12" fmla="*/ 104 w 228"/>
              <a:gd name="T13" fmla="*/ 49 h 355"/>
              <a:gd name="T14" fmla="*/ 20 w 228"/>
              <a:gd name="T15" fmla="*/ 75 h 355"/>
              <a:gd name="T16" fmla="*/ 5 w 228"/>
              <a:gd name="T17" fmla="*/ 24 h 355"/>
              <a:gd name="T18" fmla="*/ 111 w 228"/>
              <a:gd name="T19" fmla="*/ 0 h 355"/>
              <a:gd name="T20" fmla="*/ 193 w 228"/>
              <a:gd name="T21" fmla="*/ 23 h 355"/>
              <a:gd name="T22" fmla="*/ 225 w 228"/>
              <a:gd name="T23" fmla="*/ 97 h 355"/>
              <a:gd name="T24" fmla="*/ 195 w 228"/>
              <a:gd name="T25" fmla="*/ 183 h 355"/>
              <a:gd name="T26" fmla="*/ 80 w 228"/>
              <a:gd name="T27" fmla="*/ 306 h 355"/>
              <a:gd name="T28" fmla="*/ 228 w 228"/>
              <a:gd name="T29" fmla="*/ 306 h 355"/>
              <a:gd name="T30" fmla="*/ 228 w 228"/>
              <a:gd name="T31" fmla="*/ 355 h 355"/>
              <a:gd name="T32" fmla="*/ 0 w 228"/>
              <a:gd name="T33" fmla="*/ 355 h 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8" h="355">
                <a:moveTo>
                  <a:pt x="0" y="355"/>
                </a:moveTo>
                <a:cubicBezTo>
                  <a:pt x="0" y="307"/>
                  <a:pt x="0" y="307"/>
                  <a:pt x="0" y="307"/>
                </a:cubicBezTo>
                <a:cubicBezTo>
                  <a:pt x="46" y="264"/>
                  <a:pt x="81" y="230"/>
                  <a:pt x="105" y="203"/>
                </a:cubicBezTo>
                <a:cubicBezTo>
                  <a:pt x="130" y="176"/>
                  <a:pt x="146" y="155"/>
                  <a:pt x="153" y="141"/>
                </a:cubicBezTo>
                <a:cubicBezTo>
                  <a:pt x="160" y="126"/>
                  <a:pt x="164" y="113"/>
                  <a:pt x="164" y="100"/>
                </a:cubicBezTo>
                <a:cubicBezTo>
                  <a:pt x="164" y="85"/>
                  <a:pt x="159" y="73"/>
                  <a:pt x="148" y="64"/>
                </a:cubicBezTo>
                <a:cubicBezTo>
                  <a:pt x="137" y="54"/>
                  <a:pt x="122" y="49"/>
                  <a:pt x="104" y="49"/>
                </a:cubicBezTo>
                <a:cubicBezTo>
                  <a:pt x="80" y="49"/>
                  <a:pt x="52" y="58"/>
                  <a:pt x="20" y="75"/>
                </a:cubicBezTo>
                <a:cubicBezTo>
                  <a:pt x="5" y="24"/>
                  <a:pt x="5" y="24"/>
                  <a:pt x="5" y="24"/>
                </a:cubicBezTo>
                <a:cubicBezTo>
                  <a:pt x="40" y="8"/>
                  <a:pt x="75" y="0"/>
                  <a:pt x="111" y="0"/>
                </a:cubicBezTo>
                <a:cubicBezTo>
                  <a:pt x="145" y="0"/>
                  <a:pt x="173" y="8"/>
                  <a:pt x="193" y="23"/>
                </a:cubicBezTo>
                <a:cubicBezTo>
                  <a:pt x="215" y="40"/>
                  <a:pt x="225" y="65"/>
                  <a:pt x="225" y="97"/>
                </a:cubicBezTo>
                <a:cubicBezTo>
                  <a:pt x="225" y="125"/>
                  <a:pt x="215" y="154"/>
                  <a:pt x="195" y="183"/>
                </a:cubicBezTo>
                <a:cubicBezTo>
                  <a:pt x="173" y="215"/>
                  <a:pt x="134" y="255"/>
                  <a:pt x="80" y="306"/>
                </a:cubicBezTo>
                <a:cubicBezTo>
                  <a:pt x="228" y="306"/>
                  <a:pt x="228" y="306"/>
                  <a:pt x="228" y="306"/>
                </a:cubicBezTo>
                <a:cubicBezTo>
                  <a:pt x="228" y="355"/>
                  <a:pt x="228" y="355"/>
                  <a:pt x="228" y="355"/>
                </a:cubicBezTo>
                <a:lnTo>
                  <a:pt x="0" y="35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latin typeface="+mn-lt"/>
            </a:endParaRPr>
          </a:p>
        </p:txBody>
      </p:sp>
      <p:sp>
        <p:nvSpPr>
          <p:cNvPr id="12" name="Segment 3" descr="Process segment">
            <a:extLst>
              <a:ext uri="{FF2B5EF4-FFF2-40B4-BE49-F238E27FC236}">
                <a16:creationId xmlns:a16="http://schemas.microsoft.com/office/drawing/2014/main" id="{F63C1735-408D-6CB9-89D4-09E94E6F9C78}"/>
              </a:ext>
            </a:extLst>
          </p:cNvPr>
          <p:cNvSpPr/>
          <p:nvPr userDrawn="1"/>
        </p:nvSpPr>
        <p:spPr bwMode="auto">
          <a:xfrm>
            <a:off x="7642633" y="2498400"/>
            <a:ext cx="3849995" cy="1007475"/>
          </a:xfrm>
          <a:prstGeom prst="chevron">
            <a:avLst>
              <a:gd name="adj" fmla="val 37379"/>
            </a:avLst>
          </a:prstGeom>
          <a:solidFill>
            <a:srgbClr val="333353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13" name="Number 3" descr="3">
            <a:extLst>
              <a:ext uri="{FF2B5EF4-FFF2-40B4-BE49-F238E27FC236}">
                <a16:creationId xmlns:a16="http://schemas.microsoft.com/office/drawing/2014/main" id="{62E2079D-A2E5-F482-C63A-7A5D898ABD98}"/>
              </a:ext>
            </a:extLst>
          </p:cNvPr>
          <p:cNvSpPr>
            <a:spLocks/>
          </p:cNvSpPr>
          <p:nvPr userDrawn="1"/>
        </p:nvSpPr>
        <p:spPr bwMode="gray">
          <a:xfrm>
            <a:off x="8179962" y="2710910"/>
            <a:ext cx="367710" cy="582458"/>
          </a:xfrm>
          <a:custGeom>
            <a:avLst/>
            <a:gdLst>
              <a:gd name="T0" fmla="*/ 0 w 228"/>
              <a:gd name="T1" fmla="*/ 343 h 361"/>
              <a:gd name="T2" fmla="*/ 13 w 228"/>
              <a:gd name="T3" fmla="*/ 292 h 361"/>
              <a:gd name="T4" fmla="*/ 96 w 228"/>
              <a:gd name="T5" fmla="*/ 312 h 361"/>
              <a:gd name="T6" fmla="*/ 151 w 228"/>
              <a:gd name="T7" fmla="*/ 293 h 361"/>
              <a:gd name="T8" fmla="*/ 166 w 228"/>
              <a:gd name="T9" fmla="*/ 253 h 361"/>
              <a:gd name="T10" fmla="*/ 139 w 228"/>
              <a:gd name="T11" fmla="*/ 207 h 361"/>
              <a:gd name="T12" fmla="*/ 77 w 228"/>
              <a:gd name="T13" fmla="*/ 196 h 361"/>
              <a:gd name="T14" fmla="*/ 48 w 228"/>
              <a:gd name="T15" fmla="*/ 197 h 361"/>
              <a:gd name="T16" fmla="*/ 48 w 228"/>
              <a:gd name="T17" fmla="*/ 149 h 361"/>
              <a:gd name="T18" fmla="*/ 71 w 228"/>
              <a:gd name="T19" fmla="*/ 151 h 361"/>
              <a:gd name="T20" fmla="*/ 138 w 228"/>
              <a:gd name="T21" fmla="*/ 137 h 361"/>
              <a:gd name="T22" fmla="*/ 162 w 228"/>
              <a:gd name="T23" fmla="*/ 96 h 361"/>
              <a:gd name="T24" fmla="*/ 147 w 228"/>
              <a:gd name="T25" fmla="*/ 61 h 361"/>
              <a:gd name="T26" fmla="*/ 103 w 228"/>
              <a:gd name="T27" fmla="*/ 49 h 361"/>
              <a:gd name="T28" fmla="*/ 23 w 228"/>
              <a:gd name="T29" fmla="*/ 68 h 361"/>
              <a:gd name="T30" fmla="*/ 11 w 228"/>
              <a:gd name="T31" fmla="*/ 19 h 361"/>
              <a:gd name="T32" fmla="*/ 110 w 228"/>
              <a:gd name="T33" fmla="*/ 0 h 361"/>
              <a:gd name="T34" fmla="*/ 193 w 228"/>
              <a:gd name="T35" fmla="*/ 23 h 361"/>
              <a:gd name="T36" fmla="*/ 224 w 228"/>
              <a:gd name="T37" fmla="*/ 90 h 361"/>
              <a:gd name="T38" fmla="*/ 193 w 228"/>
              <a:gd name="T39" fmla="*/ 157 h 361"/>
              <a:gd name="T40" fmla="*/ 153 w 228"/>
              <a:gd name="T41" fmla="*/ 173 h 361"/>
              <a:gd name="T42" fmla="*/ 205 w 228"/>
              <a:gd name="T43" fmla="*/ 195 h 361"/>
              <a:gd name="T44" fmla="*/ 228 w 228"/>
              <a:gd name="T45" fmla="*/ 255 h 361"/>
              <a:gd name="T46" fmla="*/ 192 w 228"/>
              <a:gd name="T47" fmla="*/ 335 h 361"/>
              <a:gd name="T48" fmla="*/ 101 w 228"/>
              <a:gd name="T49" fmla="*/ 361 h 361"/>
              <a:gd name="T50" fmla="*/ 0 w 228"/>
              <a:gd name="T51" fmla="*/ 343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28" h="361">
                <a:moveTo>
                  <a:pt x="0" y="343"/>
                </a:moveTo>
                <a:cubicBezTo>
                  <a:pt x="13" y="292"/>
                  <a:pt x="13" y="292"/>
                  <a:pt x="13" y="292"/>
                </a:cubicBezTo>
                <a:cubicBezTo>
                  <a:pt x="41" y="306"/>
                  <a:pt x="69" y="312"/>
                  <a:pt x="96" y="312"/>
                </a:cubicBezTo>
                <a:cubicBezTo>
                  <a:pt x="121" y="312"/>
                  <a:pt x="139" y="306"/>
                  <a:pt x="151" y="293"/>
                </a:cubicBezTo>
                <a:cubicBezTo>
                  <a:pt x="161" y="283"/>
                  <a:pt x="166" y="269"/>
                  <a:pt x="166" y="253"/>
                </a:cubicBezTo>
                <a:cubicBezTo>
                  <a:pt x="166" y="232"/>
                  <a:pt x="157" y="217"/>
                  <a:pt x="139" y="207"/>
                </a:cubicBezTo>
                <a:cubicBezTo>
                  <a:pt x="125" y="200"/>
                  <a:pt x="104" y="196"/>
                  <a:pt x="77" y="196"/>
                </a:cubicBezTo>
                <a:cubicBezTo>
                  <a:pt x="69" y="196"/>
                  <a:pt x="60" y="196"/>
                  <a:pt x="48" y="197"/>
                </a:cubicBezTo>
                <a:cubicBezTo>
                  <a:pt x="48" y="149"/>
                  <a:pt x="48" y="149"/>
                  <a:pt x="48" y="149"/>
                </a:cubicBezTo>
                <a:cubicBezTo>
                  <a:pt x="56" y="150"/>
                  <a:pt x="64" y="151"/>
                  <a:pt x="71" y="151"/>
                </a:cubicBezTo>
                <a:cubicBezTo>
                  <a:pt x="101" y="151"/>
                  <a:pt x="124" y="146"/>
                  <a:pt x="138" y="137"/>
                </a:cubicBezTo>
                <a:cubicBezTo>
                  <a:pt x="154" y="127"/>
                  <a:pt x="162" y="114"/>
                  <a:pt x="162" y="96"/>
                </a:cubicBezTo>
                <a:cubicBezTo>
                  <a:pt x="162" y="82"/>
                  <a:pt x="157" y="70"/>
                  <a:pt x="147" y="61"/>
                </a:cubicBezTo>
                <a:cubicBezTo>
                  <a:pt x="137" y="53"/>
                  <a:pt x="122" y="49"/>
                  <a:pt x="103" y="49"/>
                </a:cubicBezTo>
                <a:cubicBezTo>
                  <a:pt x="80" y="49"/>
                  <a:pt x="54" y="55"/>
                  <a:pt x="23" y="68"/>
                </a:cubicBezTo>
                <a:cubicBezTo>
                  <a:pt x="11" y="19"/>
                  <a:pt x="11" y="19"/>
                  <a:pt x="11" y="19"/>
                </a:cubicBezTo>
                <a:cubicBezTo>
                  <a:pt x="43" y="6"/>
                  <a:pt x="76" y="0"/>
                  <a:pt x="110" y="0"/>
                </a:cubicBezTo>
                <a:cubicBezTo>
                  <a:pt x="146" y="0"/>
                  <a:pt x="173" y="8"/>
                  <a:pt x="193" y="23"/>
                </a:cubicBezTo>
                <a:cubicBezTo>
                  <a:pt x="214" y="38"/>
                  <a:pt x="224" y="61"/>
                  <a:pt x="224" y="90"/>
                </a:cubicBezTo>
                <a:cubicBezTo>
                  <a:pt x="224" y="120"/>
                  <a:pt x="214" y="142"/>
                  <a:pt x="193" y="157"/>
                </a:cubicBezTo>
                <a:cubicBezTo>
                  <a:pt x="183" y="165"/>
                  <a:pt x="170" y="170"/>
                  <a:pt x="153" y="173"/>
                </a:cubicBezTo>
                <a:cubicBezTo>
                  <a:pt x="176" y="177"/>
                  <a:pt x="193" y="184"/>
                  <a:pt x="205" y="195"/>
                </a:cubicBezTo>
                <a:cubicBezTo>
                  <a:pt x="220" y="210"/>
                  <a:pt x="228" y="230"/>
                  <a:pt x="228" y="255"/>
                </a:cubicBezTo>
                <a:cubicBezTo>
                  <a:pt x="228" y="289"/>
                  <a:pt x="216" y="316"/>
                  <a:pt x="192" y="335"/>
                </a:cubicBezTo>
                <a:cubicBezTo>
                  <a:pt x="171" y="352"/>
                  <a:pt x="140" y="361"/>
                  <a:pt x="101" y="361"/>
                </a:cubicBezTo>
                <a:cubicBezTo>
                  <a:pt x="65" y="361"/>
                  <a:pt x="32" y="355"/>
                  <a:pt x="0" y="34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solidFill>
                <a:srgbClr val="879BAA"/>
              </a:solidFill>
              <a:latin typeface="+mn-lt"/>
            </a:endParaRPr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64587CD3-E3FA-AA95-8682-15D6A1694F8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46175" y="2328863"/>
            <a:ext cx="259873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7" name="Inhaltsplatzhalter 15">
            <a:extLst>
              <a:ext uri="{FF2B5EF4-FFF2-40B4-BE49-F238E27FC236}">
                <a16:creationId xmlns:a16="http://schemas.microsoft.com/office/drawing/2014/main" id="{E6FDBFF4-384C-D23C-1350-1B7BAA031FC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5927" y="2328862"/>
            <a:ext cx="259873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8" name="Inhaltsplatzhalter 15">
            <a:extLst>
              <a:ext uri="{FF2B5EF4-FFF2-40B4-BE49-F238E27FC236}">
                <a16:creationId xmlns:a16="http://schemas.microsoft.com/office/drawing/2014/main" id="{9B8703B2-7C40-903C-9139-F6E85F7A2F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20781" y="2324694"/>
            <a:ext cx="259873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7784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egment 1" descr="Process segment">
            <a:extLst>
              <a:ext uri="{FF2B5EF4-FFF2-40B4-BE49-F238E27FC236}">
                <a16:creationId xmlns:a16="http://schemas.microsoft.com/office/drawing/2014/main" id="{F97D1730-4A97-622D-4A8D-F63679478166}"/>
              </a:ext>
            </a:extLst>
          </p:cNvPr>
          <p:cNvSpPr/>
          <p:nvPr userDrawn="1"/>
        </p:nvSpPr>
        <p:spPr bwMode="auto">
          <a:xfrm>
            <a:off x="410400" y="2498400"/>
            <a:ext cx="3849995" cy="1007475"/>
          </a:xfrm>
          <a:prstGeom prst="homePlate">
            <a:avLst>
              <a:gd name="adj" fmla="val 37199"/>
            </a:avLst>
          </a:prstGeom>
          <a:solidFill>
            <a:srgbClr val="DFDFD9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4" name="Number 1" descr="1">
            <a:extLst>
              <a:ext uri="{FF2B5EF4-FFF2-40B4-BE49-F238E27FC236}">
                <a16:creationId xmlns:a16="http://schemas.microsoft.com/office/drawing/2014/main" id="{B2B055CC-7655-9DD9-9DF5-62846FBC5B28}"/>
              </a:ext>
            </a:extLst>
          </p:cNvPr>
          <p:cNvSpPr>
            <a:spLocks/>
          </p:cNvSpPr>
          <p:nvPr userDrawn="1"/>
        </p:nvSpPr>
        <p:spPr bwMode="gray">
          <a:xfrm>
            <a:off x="681246" y="2727998"/>
            <a:ext cx="315798" cy="548281"/>
          </a:xfrm>
          <a:custGeom>
            <a:avLst/>
            <a:gdLst>
              <a:gd name="T0" fmla="*/ 717 w 1501"/>
              <a:gd name="T1" fmla="*/ 2270 h 2606"/>
              <a:gd name="T2" fmla="*/ 717 w 1501"/>
              <a:gd name="T3" fmla="*/ 485 h 2606"/>
              <a:gd name="T4" fmla="*/ 202 w 1501"/>
              <a:gd name="T5" fmla="*/ 814 h 2606"/>
              <a:gd name="T6" fmla="*/ 0 w 1501"/>
              <a:gd name="T7" fmla="*/ 463 h 2606"/>
              <a:gd name="T8" fmla="*/ 762 w 1501"/>
              <a:gd name="T9" fmla="*/ 0 h 2606"/>
              <a:gd name="T10" fmla="*/ 1158 w 1501"/>
              <a:gd name="T11" fmla="*/ 0 h 2606"/>
              <a:gd name="T12" fmla="*/ 1158 w 1501"/>
              <a:gd name="T13" fmla="*/ 2270 h 2606"/>
              <a:gd name="T14" fmla="*/ 1501 w 1501"/>
              <a:gd name="T15" fmla="*/ 2285 h 2606"/>
              <a:gd name="T16" fmla="*/ 1501 w 1501"/>
              <a:gd name="T17" fmla="*/ 2606 h 2606"/>
              <a:gd name="T18" fmla="*/ 381 w 1501"/>
              <a:gd name="T19" fmla="*/ 2606 h 2606"/>
              <a:gd name="T20" fmla="*/ 381 w 1501"/>
              <a:gd name="T21" fmla="*/ 2285 h 2606"/>
              <a:gd name="T22" fmla="*/ 717 w 1501"/>
              <a:gd name="T23" fmla="*/ 2270 h 2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501" h="2606">
                <a:moveTo>
                  <a:pt x="717" y="2270"/>
                </a:moveTo>
                <a:lnTo>
                  <a:pt x="717" y="485"/>
                </a:lnTo>
                <a:lnTo>
                  <a:pt x="202" y="814"/>
                </a:lnTo>
                <a:lnTo>
                  <a:pt x="0" y="463"/>
                </a:lnTo>
                <a:lnTo>
                  <a:pt x="762" y="0"/>
                </a:lnTo>
                <a:lnTo>
                  <a:pt x="1158" y="0"/>
                </a:lnTo>
                <a:lnTo>
                  <a:pt x="1158" y="2270"/>
                </a:lnTo>
                <a:lnTo>
                  <a:pt x="1501" y="2285"/>
                </a:lnTo>
                <a:lnTo>
                  <a:pt x="1501" y="2606"/>
                </a:lnTo>
                <a:lnTo>
                  <a:pt x="381" y="2606"/>
                </a:lnTo>
                <a:lnTo>
                  <a:pt x="381" y="2285"/>
                </a:lnTo>
                <a:lnTo>
                  <a:pt x="717" y="227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Segment 2" descr="Process segment">
            <a:extLst>
              <a:ext uri="{FF2B5EF4-FFF2-40B4-BE49-F238E27FC236}">
                <a16:creationId xmlns:a16="http://schemas.microsoft.com/office/drawing/2014/main" id="{FCDD0184-18F7-2A13-D31E-9FD285102450}"/>
              </a:ext>
            </a:extLst>
          </p:cNvPr>
          <p:cNvSpPr/>
          <p:nvPr userDrawn="1"/>
        </p:nvSpPr>
        <p:spPr bwMode="auto">
          <a:xfrm>
            <a:off x="4026517" y="2498400"/>
            <a:ext cx="3849995" cy="1007475"/>
          </a:xfrm>
          <a:prstGeom prst="chevron">
            <a:avLst>
              <a:gd name="adj" fmla="val 37584"/>
            </a:avLst>
          </a:prstGeom>
          <a:solidFill>
            <a:srgbClr val="DFDFD9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8" name="Number 2" descr="2">
            <a:extLst>
              <a:ext uri="{FF2B5EF4-FFF2-40B4-BE49-F238E27FC236}">
                <a16:creationId xmlns:a16="http://schemas.microsoft.com/office/drawing/2014/main" id="{733D58EF-5866-3A33-E84E-2F067D42C099}"/>
              </a:ext>
            </a:extLst>
          </p:cNvPr>
          <p:cNvSpPr>
            <a:spLocks/>
          </p:cNvSpPr>
          <p:nvPr userDrawn="1"/>
        </p:nvSpPr>
        <p:spPr bwMode="gray">
          <a:xfrm>
            <a:off x="4612888" y="2722272"/>
            <a:ext cx="359362" cy="559733"/>
          </a:xfrm>
          <a:custGeom>
            <a:avLst/>
            <a:gdLst>
              <a:gd name="T0" fmla="*/ 0 w 228"/>
              <a:gd name="T1" fmla="*/ 355 h 355"/>
              <a:gd name="T2" fmla="*/ 0 w 228"/>
              <a:gd name="T3" fmla="*/ 307 h 355"/>
              <a:gd name="T4" fmla="*/ 105 w 228"/>
              <a:gd name="T5" fmla="*/ 203 h 355"/>
              <a:gd name="T6" fmla="*/ 153 w 228"/>
              <a:gd name="T7" fmla="*/ 141 h 355"/>
              <a:gd name="T8" fmla="*/ 164 w 228"/>
              <a:gd name="T9" fmla="*/ 100 h 355"/>
              <a:gd name="T10" fmla="*/ 148 w 228"/>
              <a:gd name="T11" fmla="*/ 64 h 355"/>
              <a:gd name="T12" fmla="*/ 104 w 228"/>
              <a:gd name="T13" fmla="*/ 49 h 355"/>
              <a:gd name="T14" fmla="*/ 20 w 228"/>
              <a:gd name="T15" fmla="*/ 75 h 355"/>
              <a:gd name="T16" fmla="*/ 5 w 228"/>
              <a:gd name="T17" fmla="*/ 24 h 355"/>
              <a:gd name="T18" fmla="*/ 111 w 228"/>
              <a:gd name="T19" fmla="*/ 0 h 355"/>
              <a:gd name="T20" fmla="*/ 193 w 228"/>
              <a:gd name="T21" fmla="*/ 23 h 355"/>
              <a:gd name="T22" fmla="*/ 225 w 228"/>
              <a:gd name="T23" fmla="*/ 97 h 355"/>
              <a:gd name="T24" fmla="*/ 195 w 228"/>
              <a:gd name="T25" fmla="*/ 183 h 355"/>
              <a:gd name="T26" fmla="*/ 80 w 228"/>
              <a:gd name="T27" fmla="*/ 306 h 355"/>
              <a:gd name="T28" fmla="*/ 228 w 228"/>
              <a:gd name="T29" fmla="*/ 306 h 355"/>
              <a:gd name="T30" fmla="*/ 228 w 228"/>
              <a:gd name="T31" fmla="*/ 355 h 355"/>
              <a:gd name="T32" fmla="*/ 0 w 228"/>
              <a:gd name="T33" fmla="*/ 355 h 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8" h="355">
                <a:moveTo>
                  <a:pt x="0" y="355"/>
                </a:moveTo>
                <a:cubicBezTo>
                  <a:pt x="0" y="307"/>
                  <a:pt x="0" y="307"/>
                  <a:pt x="0" y="307"/>
                </a:cubicBezTo>
                <a:cubicBezTo>
                  <a:pt x="46" y="264"/>
                  <a:pt x="81" y="230"/>
                  <a:pt x="105" y="203"/>
                </a:cubicBezTo>
                <a:cubicBezTo>
                  <a:pt x="130" y="176"/>
                  <a:pt x="146" y="155"/>
                  <a:pt x="153" y="141"/>
                </a:cubicBezTo>
                <a:cubicBezTo>
                  <a:pt x="160" y="126"/>
                  <a:pt x="164" y="113"/>
                  <a:pt x="164" y="100"/>
                </a:cubicBezTo>
                <a:cubicBezTo>
                  <a:pt x="164" y="85"/>
                  <a:pt x="159" y="73"/>
                  <a:pt x="148" y="64"/>
                </a:cubicBezTo>
                <a:cubicBezTo>
                  <a:pt x="137" y="54"/>
                  <a:pt x="122" y="49"/>
                  <a:pt x="104" y="49"/>
                </a:cubicBezTo>
                <a:cubicBezTo>
                  <a:pt x="80" y="49"/>
                  <a:pt x="52" y="58"/>
                  <a:pt x="20" y="75"/>
                </a:cubicBezTo>
                <a:cubicBezTo>
                  <a:pt x="5" y="24"/>
                  <a:pt x="5" y="24"/>
                  <a:pt x="5" y="24"/>
                </a:cubicBezTo>
                <a:cubicBezTo>
                  <a:pt x="40" y="8"/>
                  <a:pt x="75" y="0"/>
                  <a:pt x="111" y="0"/>
                </a:cubicBezTo>
                <a:cubicBezTo>
                  <a:pt x="145" y="0"/>
                  <a:pt x="173" y="8"/>
                  <a:pt x="193" y="23"/>
                </a:cubicBezTo>
                <a:cubicBezTo>
                  <a:pt x="215" y="40"/>
                  <a:pt x="225" y="65"/>
                  <a:pt x="225" y="97"/>
                </a:cubicBezTo>
                <a:cubicBezTo>
                  <a:pt x="225" y="125"/>
                  <a:pt x="215" y="154"/>
                  <a:pt x="195" y="183"/>
                </a:cubicBezTo>
                <a:cubicBezTo>
                  <a:pt x="173" y="215"/>
                  <a:pt x="134" y="255"/>
                  <a:pt x="80" y="306"/>
                </a:cubicBezTo>
                <a:cubicBezTo>
                  <a:pt x="228" y="306"/>
                  <a:pt x="228" y="306"/>
                  <a:pt x="228" y="306"/>
                </a:cubicBezTo>
                <a:cubicBezTo>
                  <a:pt x="228" y="355"/>
                  <a:pt x="228" y="355"/>
                  <a:pt x="228" y="355"/>
                </a:cubicBezTo>
                <a:lnTo>
                  <a:pt x="0" y="35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latin typeface="+mn-lt"/>
            </a:endParaRPr>
          </a:p>
        </p:txBody>
      </p:sp>
      <p:sp>
        <p:nvSpPr>
          <p:cNvPr id="12" name="Segment 3" descr="Process segment">
            <a:extLst>
              <a:ext uri="{FF2B5EF4-FFF2-40B4-BE49-F238E27FC236}">
                <a16:creationId xmlns:a16="http://schemas.microsoft.com/office/drawing/2014/main" id="{3F02E002-25C2-D6BA-5629-AECBA2E111AA}"/>
              </a:ext>
            </a:extLst>
          </p:cNvPr>
          <p:cNvSpPr/>
          <p:nvPr userDrawn="1"/>
        </p:nvSpPr>
        <p:spPr bwMode="auto">
          <a:xfrm>
            <a:off x="7642633" y="2498400"/>
            <a:ext cx="3849995" cy="1007475"/>
          </a:xfrm>
          <a:prstGeom prst="chevron">
            <a:avLst>
              <a:gd name="adj" fmla="val 37379"/>
            </a:avLst>
          </a:prstGeom>
          <a:solidFill>
            <a:srgbClr val="DFDFD9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13" name="Number 3" descr="3">
            <a:extLst>
              <a:ext uri="{FF2B5EF4-FFF2-40B4-BE49-F238E27FC236}">
                <a16:creationId xmlns:a16="http://schemas.microsoft.com/office/drawing/2014/main" id="{21837ED4-6B4D-5FB1-F266-EABC564DB01C}"/>
              </a:ext>
            </a:extLst>
          </p:cNvPr>
          <p:cNvSpPr>
            <a:spLocks/>
          </p:cNvSpPr>
          <p:nvPr userDrawn="1"/>
        </p:nvSpPr>
        <p:spPr bwMode="gray">
          <a:xfrm>
            <a:off x="8179962" y="2710910"/>
            <a:ext cx="367710" cy="582458"/>
          </a:xfrm>
          <a:custGeom>
            <a:avLst/>
            <a:gdLst>
              <a:gd name="T0" fmla="*/ 0 w 228"/>
              <a:gd name="T1" fmla="*/ 343 h 361"/>
              <a:gd name="T2" fmla="*/ 13 w 228"/>
              <a:gd name="T3" fmla="*/ 292 h 361"/>
              <a:gd name="T4" fmla="*/ 96 w 228"/>
              <a:gd name="T5" fmla="*/ 312 h 361"/>
              <a:gd name="T6" fmla="*/ 151 w 228"/>
              <a:gd name="T7" fmla="*/ 293 h 361"/>
              <a:gd name="T8" fmla="*/ 166 w 228"/>
              <a:gd name="T9" fmla="*/ 253 h 361"/>
              <a:gd name="T10" fmla="*/ 139 w 228"/>
              <a:gd name="T11" fmla="*/ 207 h 361"/>
              <a:gd name="T12" fmla="*/ 77 w 228"/>
              <a:gd name="T13" fmla="*/ 196 h 361"/>
              <a:gd name="T14" fmla="*/ 48 w 228"/>
              <a:gd name="T15" fmla="*/ 197 h 361"/>
              <a:gd name="T16" fmla="*/ 48 w 228"/>
              <a:gd name="T17" fmla="*/ 149 h 361"/>
              <a:gd name="T18" fmla="*/ 71 w 228"/>
              <a:gd name="T19" fmla="*/ 151 h 361"/>
              <a:gd name="T20" fmla="*/ 138 w 228"/>
              <a:gd name="T21" fmla="*/ 137 h 361"/>
              <a:gd name="T22" fmla="*/ 162 w 228"/>
              <a:gd name="T23" fmla="*/ 96 h 361"/>
              <a:gd name="T24" fmla="*/ 147 w 228"/>
              <a:gd name="T25" fmla="*/ 61 h 361"/>
              <a:gd name="T26" fmla="*/ 103 w 228"/>
              <a:gd name="T27" fmla="*/ 49 h 361"/>
              <a:gd name="T28" fmla="*/ 23 w 228"/>
              <a:gd name="T29" fmla="*/ 68 h 361"/>
              <a:gd name="T30" fmla="*/ 11 w 228"/>
              <a:gd name="T31" fmla="*/ 19 h 361"/>
              <a:gd name="T32" fmla="*/ 110 w 228"/>
              <a:gd name="T33" fmla="*/ 0 h 361"/>
              <a:gd name="T34" fmla="*/ 193 w 228"/>
              <a:gd name="T35" fmla="*/ 23 h 361"/>
              <a:gd name="T36" fmla="*/ 224 w 228"/>
              <a:gd name="T37" fmla="*/ 90 h 361"/>
              <a:gd name="T38" fmla="*/ 193 w 228"/>
              <a:gd name="T39" fmla="*/ 157 h 361"/>
              <a:gd name="T40" fmla="*/ 153 w 228"/>
              <a:gd name="T41" fmla="*/ 173 h 361"/>
              <a:gd name="T42" fmla="*/ 205 w 228"/>
              <a:gd name="T43" fmla="*/ 195 h 361"/>
              <a:gd name="T44" fmla="*/ 228 w 228"/>
              <a:gd name="T45" fmla="*/ 255 h 361"/>
              <a:gd name="T46" fmla="*/ 192 w 228"/>
              <a:gd name="T47" fmla="*/ 335 h 361"/>
              <a:gd name="T48" fmla="*/ 101 w 228"/>
              <a:gd name="T49" fmla="*/ 361 h 361"/>
              <a:gd name="T50" fmla="*/ 0 w 228"/>
              <a:gd name="T51" fmla="*/ 343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28" h="361">
                <a:moveTo>
                  <a:pt x="0" y="343"/>
                </a:moveTo>
                <a:cubicBezTo>
                  <a:pt x="13" y="292"/>
                  <a:pt x="13" y="292"/>
                  <a:pt x="13" y="292"/>
                </a:cubicBezTo>
                <a:cubicBezTo>
                  <a:pt x="41" y="306"/>
                  <a:pt x="69" y="312"/>
                  <a:pt x="96" y="312"/>
                </a:cubicBezTo>
                <a:cubicBezTo>
                  <a:pt x="121" y="312"/>
                  <a:pt x="139" y="306"/>
                  <a:pt x="151" y="293"/>
                </a:cubicBezTo>
                <a:cubicBezTo>
                  <a:pt x="161" y="283"/>
                  <a:pt x="166" y="269"/>
                  <a:pt x="166" y="253"/>
                </a:cubicBezTo>
                <a:cubicBezTo>
                  <a:pt x="166" y="232"/>
                  <a:pt x="157" y="217"/>
                  <a:pt x="139" y="207"/>
                </a:cubicBezTo>
                <a:cubicBezTo>
                  <a:pt x="125" y="200"/>
                  <a:pt x="104" y="196"/>
                  <a:pt x="77" y="196"/>
                </a:cubicBezTo>
                <a:cubicBezTo>
                  <a:pt x="69" y="196"/>
                  <a:pt x="60" y="196"/>
                  <a:pt x="48" y="197"/>
                </a:cubicBezTo>
                <a:cubicBezTo>
                  <a:pt x="48" y="149"/>
                  <a:pt x="48" y="149"/>
                  <a:pt x="48" y="149"/>
                </a:cubicBezTo>
                <a:cubicBezTo>
                  <a:pt x="56" y="150"/>
                  <a:pt x="64" y="151"/>
                  <a:pt x="71" y="151"/>
                </a:cubicBezTo>
                <a:cubicBezTo>
                  <a:pt x="101" y="151"/>
                  <a:pt x="124" y="146"/>
                  <a:pt x="138" y="137"/>
                </a:cubicBezTo>
                <a:cubicBezTo>
                  <a:pt x="154" y="127"/>
                  <a:pt x="162" y="114"/>
                  <a:pt x="162" y="96"/>
                </a:cubicBezTo>
                <a:cubicBezTo>
                  <a:pt x="162" y="82"/>
                  <a:pt x="157" y="70"/>
                  <a:pt x="147" y="61"/>
                </a:cubicBezTo>
                <a:cubicBezTo>
                  <a:pt x="137" y="53"/>
                  <a:pt x="122" y="49"/>
                  <a:pt x="103" y="49"/>
                </a:cubicBezTo>
                <a:cubicBezTo>
                  <a:pt x="80" y="49"/>
                  <a:pt x="54" y="55"/>
                  <a:pt x="23" y="68"/>
                </a:cubicBezTo>
                <a:cubicBezTo>
                  <a:pt x="11" y="19"/>
                  <a:pt x="11" y="19"/>
                  <a:pt x="11" y="19"/>
                </a:cubicBezTo>
                <a:cubicBezTo>
                  <a:pt x="43" y="6"/>
                  <a:pt x="76" y="0"/>
                  <a:pt x="110" y="0"/>
                </a:cubicBezTo>
                <a:cubicBezTo>
                  <a:pt x="146" y="0"/>
                  <a:pt x="173" y="8"/>
                  <a:pt x="193" y="23"/>
                </a:cubicBezTo>
                <a:cubicBezTo>
                  <a:pt x="214" y="38"/>
                  <a:pt x="224" y="61"/>
                  <a:pt x="224" y="90"/>
                </a:cubicBezTo>
                <a:cubicBezTo>
                  <a:pt x="224" y="120"/>
                  <a:pt x="214" y="142"/>
                  <a:pt x="193" y="157"/>
                </a:cubicBezTo>
                <a:cubicBezTo>
                  <a:pt x="183" y="165"/>
                  <a:pt x="170" y="170"/>
                  <a:pt x="153" y="173"/>
                </a:cubicBezTo>
                <a:cubicBezTo>
                  <a:pt x="176" y="177"/>
                  <a:pt x="193" y="184"/>
                  <a:pt x="205" y="195"/>
                </a:cubicBezTo>
                <a:cubicBezTo>
                  <a:pt x="220" y="210"/>
                  <a:pt x="228" y="230"/>
                  <a:pt x="228" y="255"/>
                </a:cubicBezTo>
                <a:cubicBezTo>
                  <a:pt x="228" y="289"/>
                  <a:pt x="216" y="316"/>
                  <a:pt x="192" y="335"/>
                </a:cubicBezTo>
                <a:cubicBezTo>
                  <a:pt x="171" y="352"/>
                  <a:pt x="140" y="361"/>
                  <a:pt x="101" y="361"/>
                </a:cubicBezTo>
                <a:cubicBezTo>
                  <a:pt x="65" y="361"/>
                  <a:pt x="32" y="355"/>
                  <a:pt x="0" y="34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solidFill>
                <a:srgbClr val="879BAA"/>
              </a:solidFill>
              <a:latin typeface="+mn-lt"/>
            </a:endParaRPr>
          </a:p>
        </p:txBody>
      </p:sp>
      <p:sp>
        <p:nvSpPr>
          <p:cNvPr id="15" name="Inhaltsplatzhalter 15">
            <a:extLst>
              <a:ext uri="{FF2B5EF4-FFF2-40B4-BE49-F238E27FC236}">
                <a16:creationId xmlns:a16="http://schemas.microsoft.com/office/drawing/2014/main" id="{67BFC8AD-C0D5-F3C6-82FA-851639B03E5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46175" y="2328863"/>
            <a:ext cx="259873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58D8C9A4-4D03-0FEA-4D3F-0DA5CD1F4C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5927" y="2328862"/>
            <a:ext cx="259873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7" name="Inhaltsplatzhalter 15">
            <a:extLst>
              <a:ext uri="{FF2B5EF4-FFF2-40B4-BE49-F238E27FC236}">
                <a16:creationId xmlns:a16="http://schemas.microsoft.com/office/drawing/2014/main" id="{7A1E0228-CCDA-2520-8066-A4EF71EFB58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20781" y="2324694"/>
            <a:ext cx="259873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3124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egment 1" descr="Process segment">
            <a:extLst>
              <a:ext uri="{FF2B5EF4-FFF2-40B4-BE49-F238E27FC236}">
                <a16:creationId xmlns:a16="http://schemas.microsoft.com/office/drawing/2014/main" id="{98575D01-DDCE-1544-7F99-25BC96AA127E}"/>
              </a:ext>
            </a:extLst>
          </p:cNvPr>
          <p:cNvSpPr/>
          <p:nvPr userDrawn="1"/>
        </p:nvSpPr>
        <p:spPr bwMode="auto">
          <a:xfrm>
            <a:off x="410401" y="2498400"/>
            <a:ext cx="2771848" cy="1007475"/>
          </a:xfrm>
          <a:prstGeom prst="homePlate">
            <a:avLst>
              <a:gd name="adj" fmla="val 37199"/>
            </a:avLst>
          </a:prstGeom>
          <a:solidFill>
            <a:srgbClr val="333353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4" name="Number 1" descr="1">
            <a:extLst>
              <a:ext uri="{FF2B5EF4-FFF2-40B4-BE49-F238E27FC236}">
                <a16:creationId xmlns:a16="http://schemas.microsoft.com/office/drawing/2014/main" id="{A4F8097D-3324-CA78-3B25-E4C24E3AA97F}"/>
              </a:ext>
            </a:extLst>
          </p:cNvPr>
          <p:cNvSpPr>
            <a:spLocks/>
          </p:cNvSpPr>
          <p:nvPr userDrawn="1"/>
        </p:nvSpPr>
        <p:spPr bwMode="gray">
          <a:xfrm>
            <a:off x="681246" y="2727998"/>
            <a:ext cx="315798" cy="548281"/>
          </a:xfrm>
          <a:custGeom>
            <a:avLst/>
            <a:gdLst>
              <a:gd name="T0" fmla="*/ 717 w 1501"/>
              <a:gd name="T1" fmla="*/ 2270 h 2606"/>
              <a:gd name="T2" fmla="*/ 717 w 1501"/>
              <a:gd name="T3" fmla="*/ 485 h 2606"/>
              <a:gd name="T4" fmla="*/ 202 w 1501"/>
              <a:gd name="T5" fmla="*/ 814 h 2606"/>
              <a:gd name="T6" fmla="*/ 0 w 1501"/>
              <a:gd name="T7" fmla="*/ 463 h 2606"/>
              <a:gd name="T8" fmla="*/ 762 w 1501"/>
              <a:gd name="T9" fmla="*/ 0 h 2606"/>
              <a:gd name="T10" fmla="*/ 1158 w 1501"/>
              <a:gd name="T11" fmla="*/ 0 h 2606"/>
              <a:gd name="T12" fmla="*/ 1158 w 1501"/>
              <a:gd name="T13" fmla="*/ 2270 h 2606"/>
              <a:gd name="T14" fmla="*/ 1501 w 1501"/>
              <a:gd name="T15" fmla="*/ 2285 h 2606"/>
              <a:gd name="T16" fmla="*/ 1501 w 1501"/>
              <a:gd name="T17" fmla="*/ 2606 h 2606"/>
              <a:gd name="T18" fmla="*/ 381 w 1501"/>
              <a:gd name="T19" fmla="*/ 2606 h 2606"/>
              <a:gd name="T20" fmla="*/ 381 w 1501"/>
              <a:gd name="T21" fmla="*/ 2285 h 2606"/>
              <a:gd name="T22" fmla="*/ 717 w 1501"/>
              <a:gd name="T23" fmla="*/ 2270 h 2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501" h="2606">
                <a:moveTo>
                  <a:pt x="717" y="2270"/>
                </a:moveTo>
                <a:lnTo>
                  <a:pt x="717" y="485"/>
                </a:lnTo>
                <a:lnTo>
                  <a:pt x="202" y="814"/>
                </a:lnTo>
                <a:lnTo>
                  <a:pt x="0" y="463"/>
                </a:lnTo>
                <a:lnTo>
                  <a:pt x="762" y="0"/>
                </a:lnTo>
                <a:lnTo>
                  <a:pt x="1158" y="0"/>
                </a:lnTo>
                <a:lnTo>
                  <a:pt x="1158" y="2270"/>
                </a:lnTo>
                <a:lnTo>
                  <a:pt x="1501" y="2285"/>
                </a:lnTo>
                <a:lnTo>
                  <a:pt x="1501" y="2606"/>
                </a:lnTo>
                <a:lnTo>
                  <a:pt x="381" y="2606"/>
                </a:lnTo>
                <a:lnTo>
                  <a:pt x="381" y="2285"/>
                </a:lnTo>
                <a:lnTo>
                  <a:pt x="717" y="227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Segment 2" descr="Process segment">
            <a:extLst>
              <a:ext uri="{FF2B5EF4-FFF2-40B4-BE49-F238E27FC236}">
                <a16:creationId xmlns:a16="http://schemas.microsoft.com/office/drawing/2014/main" id="{1B6ED6A1-08A7-EA71-2326-ECD5A832833B}"/>
              </a:ext>
            </a:extLst>
          </p:cNvPr>
          <p:cNvSpPr/>
          <p:nvPr userDrawn="1"/>
        </p:nvSpPr>
        <p:spPr bwMode="auto">
          <a:xfrm>
            <a:off x="3017821" y="2498400"/>
            <a:ext cx="2598738" cy="1007475"/>
          </a:xfrm>
          <a:prstGeom prst="chevron">
            <a:avLst>
              <a:gd name="adj" fmla="val 37584"/>
            </a:avLst>
          </a:prstGeom>
          <a:solidFill>
            <a:srgbClr val="333353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10" name="Number 2" descr="2">
            <a:extLst>
              <a:ext uri="{FF2B5EF4-FFF2-40B4-BE49-F238E27FC236}">
                <a16:creationId xmlns:a16="http://schemas.microsoft.com/office/drawing/2014/main" id="{2FABCDF8-6919-3351-39A8-E73B0C962BDB}"/>
              </a:ext>
            </a:extLst>
          </p:cNvPr>
          <p:cNvSpPr>
            <a:spLocks/>
          </p:cNvSpPr>
          <p:nvPr userDrawn="1"/>
        </p:nvSpPr>
        <p:spPr bwMode="gray">
          <a:xfrm>
            <a:off x="3316330" y="2722272"/>
            <a:ext cx="359362" cy="559733"/>
          </a:xfrm>
          <a:custGeom>
            <a:avLst/>
            <a:gdLst>
              <a:gd name="T0" fmla="*/ 0 w 228"/>
              <a:gd name="T1" fmla="*/ 355 h 355"/>
              <a:gd name="T2" fmla="*/ 0 w 228"/>
              <a:gd name="T3" fmla="*/ 307 h 355"/>
              <a:gd name="T4" fmla="*/ 105 w 228"/>
              <a:gd name="T5" fmla="*/ 203 h 355"/>
              <a:gd name="T6" fmla="*/ 153 w 228"/>
              <a:gd name="T7" fmla="*/ 141 h 355"/>
              <a:gd name="T8" fmla="*/ 164 w 228"/>
              <a:gd name="T9" fmla="*/ 100 h 355"/>
              <a:gd name="T10" fmla="*/ 148 w 228"/>
              <a:gd name="T11" fmla="*/ 64 h 355"/>
              <a:gd name="T12" fmla="*/ 104 w 228"/>
              <a:gd name="T13" fmla="*/ 49 h 355"/>
              <a:gd name="T14" fmla="*/ 20 w 228"/>
              <a:gd name="T15" fmla="*/ 75 h 355"/>
              <a:gd name="T16" fmla="*/ 5 w 228"/>
              <a:gd name="T17" fmla="*/ 24 h 355"/>
              <a:gd name="T18" fmla="*/ 111 w 228"/>
              <a:gd name="T19" fmla="*/ 0 h 355"/>
              <a:gd name="T20" fmla="*/ 193 w 228"/>
              <a:gd name="T21" fmla="*/ 23 h 355"/>
              <a:gd name="T22" fmla="*/ 225 w 228"/>
              <a:gd name="T23" fmla="*/ 97 h 355"/>
              <a:gd name="T24" fmla="*/ 195 w 228"/>
              <a:gd name="T25" fmla="*/ 183 h 355"/>
              <a:gd name="T26" fmla="*/ 80 w 228"/>
              <a:gd name="T27" fmla="*/ 306 h 355"/>
              <a:gd name="T28" fmla="*/ 228 w 228"/>
              <a:gd name="T29" fmla="*/ 306 h 355"/>
              <a:gd name="T30" fmla="*/ 228 w 228"/>
              <a:gd name="T31" fmla="*/ 355 h 355"/>
              <a:gd name="T32" fmla="*/ 0 w 228"/>
              <a:gd name="T33" fmla="*/ 355 h 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8" h="355">
                <a:moveTo>
                  <a:pt x="0" y="355"/>
                </a:moveTo>
                <a:cubicBezTo>
                  <a:pt x="0" y="307"/>
                  <a:pt x="0" y="307"/>
                  <a:pt x="0" y="307"/>
                </a:cubicBezTo>
                <a:cubicBezTo>
                  <a:pt x="46" y="264"/>
                  <a:pt x="81" y="230"/>
                  <a:pt x="105" y="203"/>
                </a:cubicBezTo>
                <a:cubicBezTo>
                  <a:pt x="130" y="176"/>
                  <a:pt x="146" y="155"/>
                  <a:pt x="153" y="141"/>
                </a:cubicBezTo>
                <a:cubicBezTo>
                  <a:pt x="160" y="126"/>
                  <a:pt x="164" y="113"/>
                  <a:pt x="164" y="100"/>
                </a:cubicBezTo>
                <a:cubicBezTo>
                  <a:pt x="164" y="85"/>
                  <a:pt x="159" y="73"/>
                  <a:pt x="148" y="64"/>
                </a:cubicBezTo>
                <a:cubicBezTo>
                  <a:pt x="137" y="54"/>
                  <a:pt x="122" y="49"/>
                  <a:pt x="104" y="49"/>
                </a:cubicBezTo>
                <a:cubicBezTo>
                  <a:pt x="80" y="49"/>
                  <a:pt x="52" y="58"/>
                  <a:pt x="20" y="75"/>
                </a:cubicBezTo>
                <a:cubicBezTo>
                  <a:pt x="5" y="24"/>
                  <a:pt x="5" y="24"/>
                  <a:pt x="5" y="24"/>
                </a:cubicBezTo>
                <a:cubicBezTo>
                  <a:pt x="40" y="8"/>
                  <a:pt x="75" y="0"/>
                  <a:pt x="111" y="0"/>
                </a:cubicBezTo>
                <a:cubicBezTo>
                  <a:pt x="145" y="0"/>
                  <a:pt x="173" y="8"/>
                  <a:pt x="193" y="23"/>
                </a:cubicBezTo>
                <a:cubicBezTo>
                  <a:pt x="215" y="40"/>
                  <a:pt x="225" y="65"/>
                  <a:pt x="225" y="97"/>
                </a:cubicBezTo>
                <a:cubicBezTo>
                  <a:pt x="225" y="125"/>
                  <a:pt x="215" y="154"/>
                  <a:pt x="195" y="183"/>
                </a:cubicBezTo>
                <a:cubicBezTo>
                  <a:pt x="173" y="215"/>
                  <a:pt x="134" y="255"/>
                  <a:pt x="80" y="306"/>
                </a:cubicBezTo>
                <a:cubicBezTo>
                  <a:pt x="228" y="306"/>
                  <a:pt x="228" y="306"/>
                  <a:pt x="228" y="306"/>
                </a:cubicBezTo>
                <a:cubicBezTo>
                  <a:pt x="228" y="355"/>
                  <a:pt x="228" y="355"/>
                  <a:pt x="228" y="355"/>
                </a:cubicBezTo>
                <a:lnTo>
                  <a:pt x="0" y="35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latin typeface="+mn-lt"/>
            </a:endParaRPr>
          </a:p>
        </p:txBody>
      </p:sp>
      <p:sp>
        <p:nvSpPr>
          <p:cNvPr id="12" name="Segment 3" descr="Process segment">
            <a:extLst>
              <a:ext uri="{FF2B5EF4-FFF2-40B4-BE49-F238E27FC236}">
                <a16:creationId xmlns:a16="http://schemas.microsoft.com/office/drawing/2014/main" id="{F63C1735-408D-6CB9-89D4-09E94E6F9C78}"/>
              </a:ext>
            </a:extLst>
          </p:cNvPr>
          <p:cNvSpPr/>
          <p:nvPr userDrawn="1"/>
        </p:nvSpPr>
        <p:spPr bwMode="auto">
          <a:xfrm>
            <a:off x="7890933" y="2498400"/>
            <a:ext cx="3601695" cy="1007475"/>
          </a:xfrm>
          <a:prstGeom prst="chevron">
            <a:avLst>
              <a:gd name="adj" fmla="val 37379"/>
            </a:avLst>
          </a:prstGeom>
          <a:solidFill>
            <a:srgbClr val="333353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64587CD3-E3FA-AA95-8682-15D6A1694F8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46175" y="2328863"/>
            <a:ext cx="169537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1" name="Segment 2" descr="Process segment">
            <a:extLst>
              <a:ext uri="{FF2B5EF4-FFF2-40B4-BE49-F238E27FC236}">
                <a16:creationId xmlns:a16="http://schemas.microsoft.com/office/drawing/2014/main" id="{8871F3C8-5A27-DCF0-5570-FFCAACDCA6D5}"/>
              </a:ext>
            </a:extLst>
          </p:cNvPr>
          <p:cNvSpPr/>
          <p:nvPr userDrawn="1"/>
        </p:nvSpPr>
        <p:spPr bwMode="auto">
          <a:xfrm>
            <a:off x="5469564" y="2498400"/>
            <a:ext cx="2598738" cy="1007475"/>
          </a:xfrm>
          <a:prstGeom prst="chevron">
            <a:avLst>
              <a:gd name="adj" fmla="val 37584"/>
            </a:avLst>
          </a:prstGeom>
          <a:solidFill>
            <a:srgbClr val="333353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13" name="Number 3" descr="3">
            <a:extLst>
              <a:ext uri="{FF2B5EF4-FFF2-40B4-BE49-F238E27FC236}">
                <a16:creationId xmlns:a16="http://schemas.microsoft.com/office/drawing/2014/main" id="{62E2079D-A2E5-F482-C63A-7A5D898ABD98}"/>
              </a:ext>
            </a:extLst>
          </p:cNvPr>
          <p:cNvSpPr>
            <a:spLocks/>
          </p:cNvSpPr>
          <p:nvPr userDrawn="1"/>
        </p:nvSpPr>
        <p:spPr bwMode="gray">
          <a:xfrm>
            <a:off x="5909704" y="2722272"/>
            <a:ext cx="367710" cy="582458"/>
          </a:xfrm>
          <a:custGeom>
            <a:avLst/>
            <a:gdLst>
              <a:gd name="T0" fmla="*/ 0 w 228"/>
              <a:gd name="T1" fmla="*/ 343 h 361"/>
              <a:gd name="T2" fmla="*/ 13 w 228"/>
              <a:gd name="T3" fmla="*/ 292 h 361"/>
              <a:gd name="T4" fmla="*/ 96 w 228"/>
              <a:gd name="T5" fmla="*/ 312 h 361"/>
              <a:gd name="T6" fmla="*/ 151 w 228"/>
              <a:gd name="T7" fmla="*/ 293 h 361"/>
              <a:gd name="T8" fmla="*/ 166 w 228"/>
              <a:gd name="T9" fmla="*/ 253 h 361"/>
              <a:gd name="T10" fmla="*/ 139 w 228"/>
              <a:gd name="T11" fmla="*/ 207 h 361"/>
              <a:gd name="T12" fmla="*/ 77 w 228"/>
              <a:gd name="T13" fmla="*/ 196 h 361"/>
              <a:gd name="T14" fmla="*/ 48 w 228"/>
              <a:gd name="T15" fmla="*/ 197 h 361"/>
              <a:gd name="T16" fmla="*/ 48 w 228"/>
              <a:gd name="T17" fmla="*/ 149 h 361"/>
              <a:gd name="T18" fmla="*/ 71 w 228"/>
              <a:gd name="T19" fmla="*/ 151 h 361"/>
              <a:gd name="T20" fmla="*/ 138 w 228"/>
              <a:gd name="T21" fmla="*/ 137 h 361"/>
              <a:gd name="T22" fmla="*/ 162 w 228"/>
              <a:gd name="T23" fmla="*/ 96 h 361"/>
              <a:gd name="T24" fmla="*/ 147 w 228"/>
              <a:gd name="T25" fmla="*/ 61 h 361"/>
              <a:gd name="T26" fmla="*/ 103 w 228"/>
              <a:gd name="T27" fmla="*/ 49 h 361"/>
              <a:gd name="T28" fmla="*/ 23 w 228"/>
              <a:gd name="T29" fmla="*/ 68 h 361"/>
              <a:gd name="T30" fmla="*/ 11 w 228"/>
              <a:gd name="T31" fmla="*/ 19 h 361"/>
              <a:gd name="T32" fmla="*/ 110 w 228"/>
              <a:gd name="T33" fmla="*/ 0 h 361"/>
              <a:gd name="T34" fmla="*/ 193 w 228"/>
              <a:gd name="T35" fmla="*/ 23 h 361"/>
              <a:gd name="T36" fmla="*/ 224 w 228"/>
              <a:gd name="T37" fmla="*/ 90 h 361"/>
              <a:gd name="T38" fmla="*/ 193 w 228"/>
              <a:gd name="T39" fmla="*/ 157 h 361"/>
              <a:gd name="T40" fmla="*/ 153 w 228"/>
              <a:gd name="T41" fmla="*/ 173 h 361"/>
              <a:gd name="T42" fmla="*/ 205 w 228"/>
              <a:gd name="T43" fmla="*/ 195 h 361"/>
              <a:gd name="T44" fmla="*/ 228 w 228"/>
              <a:gd name="T45" fmla="*/ 255 h 361"/>
              <a:gd name="T46" fmla="*/ 192 w 228"/>
              <a:gd name="T47" fmla="*/ 335 h 361"/>
              <a:gd name="T48" fmla="*/ 101 w 228"/>
              <a:gd name="T49" fmla="*/ 361 h 361"/>
              <a:gd name="T50" fmla="*/ 0 w 228"/>
              <a:gd name="T51" fmla="*/ 343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28" h="361">
                <a:moveTo>
                  <a:pt x="0" y="343"/>
                </a:moveTo>
                <a:cubicBezTo>
                  <a:pt x="13" y="292"/>
                  <a:pt x="13" y="292"/>
                  <a:pt x="13" y="292"/>
                </a:cubicBezTo>
                <a:cubicBezTo>
                  <a:pt x="41" y="306"/>
                  <a:pt x="69" y="312"/>
                  <a:pt x="96" y="312"/>
                </a:cubicBezTo>
                <a:cubicBezTo>
                  <a:pt x="121" y="312"/>
                  <a:pt x="139" y="306"/>
                  <a:pt x="151" y="293"/>
                </a:cubicBezTo>
                <a:cubicBezTo>
                  <a:pt x="161" y="283"/>
                  <a:pt x="166" y="269"/>
                  <a:pt x="166" y="253"/>
                </a:cubicBezTo>
                <a:cubicBezTo>
                  <a:pt x="166" y="232"/>
                  <a:pt x="157" y="217"/>
                  <a:pt x="139" y="207"/>
                </a:cubicBezTo>
                <a:cubicBezTo>
                  <a:pt x="125" y="200"/>
                  <a:pt x="104" y="196"/>
                  <a:pt x="77" y="196"/>
                </a:cubicBezTo>
                <a:cubicBezTo>
                  <a:pt x="69" y="196"/>
                  <a:pt x="60" y="196"/>
                  <a:pt x="48" y="197"/>
                </a:cubicBezTo>
                <a:cubicBezTo>
                  <a:pt x="48" y="149"/>
                  <a:pt x="48" y="149"/>
                  <a:pt x="48" y="149"/>
                </a:cubicBezTo>
                <a:cubicBezTo>
                  <a:pt x="56" y="150"/>
                  <a:pt x="64" y="151"/>
                  <a:pt x="71" y="151"/>
                </a:cubicBezTo>
                <a:cubicBezTo>
                  <a:pt x="101" y="151"/>
                  <a:pt x="124" y="146"/>
                  <a:pt x="138" y="137"/>
                </a:cubicBezTo>
                <a:cubicBezTo>
                  <a:pt x="154" y="127"/>
                  <a:pt x="162" y="114"/>
                  <a:pt x="162" y="96"/>
                </a:cubicBezTo>
                <a:cubicBezTo>
                  <a:pt x="162" y="82"/>
                  <a:pt x="157" y="70"/>
                  <a:pt x="147" y="61"/>
                </a:cubicBezTo>
                <a:cubicBezTo>
                  <a:pt x="137" y="53"/>
                  <a:pt x="122" y="49"/>
                  <a:pt x="103" y="49"/>
                </a:cubicBezTo>
                <a:cubicBezTo>
                  <a:pt x="80" y="49"/>
                  <a:pt x="54" y="55"/>
                  <a:pt x="23" y="68"/>
                </a:cubicBezTo>
                <a:cubicBezTo>
                  <a:pt x="11" y="19"/>
                  <a:pt x="11" y="19"/>
                  <a:pt x="11" y="19"/>
                </a:cubicBezTo>
                <a:cubicBezTo>
                  <a:pt x="43" y="6"/>
                  <a:pt x="76" y="0"/>
                  <a:pt x="110" y="0"/>
                </a:cubicBezTo>
                <a:cubicBezTo>
                  <a:pt x="146" y="0"/>
                  <a:pt x="173" y="8"/>
                  <a:pt x="193" y="23"/>
                </a:cubicBezTo>
                <a:cubicBezTo>
                  <a:pt x="214" y="38"/>
                  <a:pt x="224" y="61"/>
                  <a:pt x="224" y="90"/>
                </a:cubicBezTo>
                <a:cubicBezTo>
                  <a:pt x="224" y="120"/>
                  <a:pt x="214" y="142"/>
                  <a:pt x="193" y="157"/>
                </a:cubicBezTo>
                <a:cubicBezTo>
                  <a:pt x="183" y="165"/>
                  <a:pt x="170" y="170"/>
                  <a:pt x="153" y="173"/>
                </a:cubicBezTo>
                <a:cubicBezTo>
                  <a:pt x="176" y="177"/>
                  <a:pt x="193" y="184"/>
                  <a:pt x="205" y="195"/>
                </a:cubicBezTo>
                <a:cubicBezTo>
                  <a:pt x="220" y="210"/>
                  <a:pt x="228" y="230"/>
                  <a:pt x="228" y="255"/>
                </a:cubicBezTo>
                <a:cubicBezTo>
                  <a:pt x="228" y="289"/>
                  <a:pt x="216" y="316"/>
                  <a:pt x="192" y="335"/>
                </a:cubicBezTo>
                <a:cubicBezTo>
                  <a:pt x="171" y="352"/>
                  <a:pt x="140" y="361"/>
                  <a:pt x="101" y="361"/>
                </a:cubicBezTo>
                <a:cubicBezTo>
                  <a:pt x="65" y="361"/>
                  <a:pt x="32" y="355"/>
                  <a:pt x="0" y="34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solidFill>
                <a:srgbClr val="879BAA"/>
              </a:solidFill>
              <a:latin typeface="+mn-lt"/>
            </a:endParaRPr>
          </a:p>
        </p:txBody>
      </p:sp>
      <p:sp>
        <p:nvSpPr>
          <p:cNvPr id="15" name="Inhaltsplatzhalter 15">
            <a:extLst>
              <a:ext uri="{FF2B5EF4-FFF2-40B4-BE49-F238E27FC236}">
                <a16:creationId xmlns:a16="http://schemas.microsoft.com/office/drawing/2014/main" id="{509CB47A-E9A3-E252-CB66-270B60E7A50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22176" y="2328863"/>
            <a:ext cx="169537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9" name="Inhaltsplatzhalter 15">
            <a:extLst>
              <a:ext uri="{FF2B5EF4-FFF2-40B4-BE49-F238E27FC236}">
                <a16:creationId xmlns:a16="http://schemas.microsoft.com/office/drawing/2014/main" id="{E3E7B7F5-56E4-CEAF-18C9-80E8B67095A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98177" y="2328863"/>
            <a:ext cx="169537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0" name="Inhaltsplatzhalter 15">
            <a:extLst>
              <a:ext uri="{FF2B5EF4-FFF2-40B4-BE49-F238E27FC236}">
                <a16:creationId xmlns:a16="http://schemas.microsoft.com/office/drawing/2014/main" id="{4515C346-1B24-7F1F-A8E4-71231B3FA25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74179" y="2328863"/>
            <a:ext cx="169537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F15C446-04C2-A209-AE17-FCA43B8F2B95}"/>
              </a:ext>
            </a:extLst>
          </p:cNvPr>
          <p:cNvSpPr txBox="1"/>
          <p:nvPr userDrawn="1"/>
        </p:nvSpPr>
        <p:spPr>
          <a:xfrm>
            <a:off x="8414318" y="2490212"/>
            <a:ext cx="487313" cy="101566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6600" dirty="0">
                <a:solidFill>
                  <a:schemeClr val="tx1"/>
                </a:solidFill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72211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gment 3" descr="Process segment">
            <a:extLst>
              <a:ext uri="{FF2B5EF4-FFF2-40B4-BE49-F238E27FC236}">
                <a16:creationId xmlns:a16="http://schemas.microsoft.com/office/drawing/2014/main" id="{307A23F0-4220-4F0A-D2FB-66DCD0ADCE3B}"/>
              </a:ext>
            </a:extLst>
          </p:cNvPr>
          <p:cNvSpPr/>
          <p:nvPr userDrawn="1"/>
        </p:nvSpPr>
        <p:spPr bwMode="auto">
          <a:xfrm>
            <a:off x="8593851" y="2501535"/>
            <a:ext cx="2856033" cy="1007475"/>
          </a:xfrm>
          <a:prstGeom prst="chevron">
            <a:avLst>
              <a:gd name="adj" fmla="val 37379"/>
            </a:avLst>
          </a:prstGeom>
          <a:solidFill>
            <a:srgbClr val="DFDFD9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egment 1" descr="Process segment">
            <a:extLst>
              <a:ext uri="{FF2B5EF4-FFF2-40B4-BE49-F238E27FC236}">
                <a16:creationId xmlns:a16="http://schemas.microsoft.com/office/drawing/2014/main" id="{F97D1730-4A97-622D-4A8D-F63679478166}"/>
              </a:ext>
            </a:extLst>
          </p:cNvPr>
          <p:cNvSpPr/>
          <p:nvPr userDrawn="1"/>
        </p:nvSpPr>
        <p:spPr bwMode="auto">
          <a:xfrm>
            <a:off x="410400" y="2498400"/>
            <a:ext cx="2785269" cy="1007475"/>
          </a:xfrm>
          <a:prstGeom prst="homePlate">
            <a:avLst>
              <a:gd name="adj" fmla="val 37199"/>
            </a:avLst>
          </a:prstGeom>
          <a:solidFill>
            <a:srgbClr val="DFDFD9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4" name="Number 1" descr="1">
            <a:extLst>
              <a:ext uri="{FF2B5EF4-FFF2-40B4-BE49-F238E27FC236}">
                <a16:creationId xmlns:a16="http://schemas.microsoft.com/office/drawing/2014/main" id="{B2B055CC-7655-9DD9-9DF5-62846FBC5B28}"/>
              </a:ext>
            </a:extLst>
          </p:cNvPr>
          <p:cNvSpPr>
            <a:spLocks/>
          </p:cNvSpPr>
          <p:nvPr userDrawn="1"/>
        </p:nvSpPr>
        <p:spPr bwMode="gray">
          <a:xfrm>
            <a:off x="681246" y="2727998"/>
            <a:ext cx="315798" cy="548281"/>
          </a:xfrm>
          <a:custGeom>
            <a:avLst/>
            <a:gdLst>
              <a:gd name="T0" fmla="*/ 717 w 1501"/>
              <a:gd name="T1" fmla="*/ 2270 h 2606"/>
              <a:gd name="T2" fmla="*/ 717 w 1501"/>
              <a:gd name="T3" fmla="*/ 485 h 2606"/>
              <a:gd name="T4" fmla="*/ 202 w 1501"/>
              <a:gd name="T5" fmla="*/ 814 h 2606"/>
              <a:gd name="T6" fmla="*/ 0 w 1501"/>
              <a:gd name="T7" fmla="*/ 463 h 2606"/>
              <a:gd name="T8" fmla="*/ 762 w 1501"/>
              <a:gd name="T9" fmla="*/ 0 h 2606"/>
              <a:gd name="T10" fmla="*/ 1158 w 1501"/>
              <a:gd name="T11" fmla="*/ 0 h 2606"/>
              <a:gd name="T12" fmla="*/ 1158 w 1501"/>
              <a:gd name="T13" fmla="*/ 2270 h 2606"/>
              <a:gd name="T14" fmla="*/ 1501 w 1501"/>
              <a:gd name="T15" fmla="*/ 2285 h 2606"/>
              <a:gd name="T16" fmla="*/ 1501 w 1501"/>
              <a:gd name="T17" fmla="*/ 2606 h 2606"/>
              <a:gd name="T18" fmla="*/ 381 w 1501"/>
              <a:gd name="T19" fmla="*/ 2606 h 2606"/>
              <a:gd name="T20" fmla="*/ 381 w 1501"/>
              <a:gd name="T21" fmla="*/ 2285 h 2606"/>
              <a:gd name="T22" fmla="*/ 717 w 1501"/>
              <a:gd name="T23" fmla="*/ 2270 h 2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501" h="2606">
                <a:moveTo>
                  <a:pt x="717" y="2270"/>
                </a:moveTo>
                <a:lnTo>
                  <a:pt x="717" y="485"/>
                </a:lnTo>
                <a:lnTo>
                  <a:pt x="202" y="814"/>
                </a:lnTo>
                <a:lnTo>
                  <a:pt x="0" y="463"/>
                </a:lnTo>
                <a:lnTo>
                  <a:pt x="762" y="0"/>
                </a:lnTo>
                <a:lnTo>
                  <a:pt x="1158" y="0"/>
                </a:lnTo>
                <a:lnTo>
                  <a:pt x="1158" y="2270"/>
                </a:lnTo>
                <a:lnTo>
                  <a:pt x="1501" y="2285"/>
                </a:lnTo>
                <a:lnTo>
                  <a:pt x="1501" y="2606"/>
                </a:lnTo>
                <a:lnTo>
                  <a:pt x="381" y="2606"/>
                </a:lnTo>
                <a:lnTo>
                  <a:pt x="381" y="2285"/>
                </a:lnTo>
                <a:lnTo>
                  <a:pt x="717" y="227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Segment 2" descr="Process segment">
            <a:extLst>
              <a:ext uri="{FF2B5EF4-FFF2-40B4-BE49-F238E27FC236}">
                <a16:creationId xmlns:a16="http://schemas.microsoft.com/office/drawing/2014/main" id="{FCDD0184-18F7-2A13-D31E-9FD285102450}"/>
              </a:ext>
            </a:extLst>
          </p:cNvPr>
          <p:cNvSpPr/>
          <p:nvPr userDrawn="1"/>
        </p:nvSpPr>
        <p:spPr bwMode="auto">
          <a:xfrm>
            <a:off x="2990685" y="2498400"/>
            <a:ext cx="3087846" cy="1007475"/>
          </a:xfrm>
          <a:prstGeom prst="chevron">
            <a:avLst>
              <a:gd name="adj" fmla="val 37584"/>
            </a:avLst>
          </a:prstGeom>
          <a:solidFill>
            <a:srgbClr val="DFDFD9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8" name="Number 2" descr="2">
            <a:extLst>
              <a:ext uri="{FF2B5EF4-FFF2-40B4-BE49-F238E27FC236}">
                <a16:creationId xmlns:a16="http://schemas.microsoft.com/office/drawing/2014/main" id="{733D58EF-5866-3A33-E84E-2F067D42C099}"/>
              </a:ext>
            </a:extLst>
          </p:cNvPr>
          <p:cNvSpPr>
            <a:spLocks/>
          </p:cNvSpPr>
          <p:nvPr userDrawn="1"/>
        </p:nvSpPr>
        <p:spPr bwMode="gray">
          <a:xfrm>
            <a:off x="3390789" y="2722272"/>
            <a:ext cx="359362" cy="559733"/>
          </a:xfrm>
          <a:custGeom>
            <a:avLst/>
            <a:gdLst>
              <a:gd name="T0" fmla="*/ 0 w 228"/>
              <a:gd name="T1" fmla="*/ 355 h 355"/>
              <a:gd name="T2" fmla="*/ 0 w 228"/>
              <a:gd name="T3" fmla="*/ 307 h 355"/>
              <a:gd name="T4" fmla="*/ 105 w 228"/>
              <a:gd name="T5" fmla="*/ 203 h 355"/>
              <a:gd name="T6" fmla="*/ 153 w 228"/>
              <a:gd name="T7" fmla="*/ 141 h 355"/>
              <a:gd name="T8" fmla="*/ 164 w 228"/>
              <a:gd name="T9" fmla="*/ 100 h 355"/>
              <a:gd name="T10" fmla="*/ 148 w 228"/>
              <a:gd name="T11" fmla="*/ 64 h 355"/>
              <a:gd name="T12" fmla="*/ 104 w 228"/>
              <a:gd name="T13" fmla="*/ 49 h 355"/>
              <a:gd name="T14" fmla="*/ 20 w 228"/>
              <a:gd name="T15" fmla="*/ 75 h 355"/>
              <a:gd name="T16" fmla="*/ 5 w 228"/>
              <a:gd name="T17" fmla="*/ 24 h 355"/>
              <a:gd name="T18" fmla="*/ 111 w 228"/>
              <a:gd name="T19" fmla="*/ 0 h 355"/>
              <a:gd name="T20" fmla="*/ 193 w 228"/>
              <a:gd name="T21" fmla="*/ 23 h 355"/>
              <a:gd name="T22" fmla="*/ 225 w 228"/>
              <a:gd name="T23" fmla="*/ 97 h 355"/>
              <a:gd name="T24" fmla="*/ 195 w 228"/>
              <a:gd name="T25" fmla="*/ 183 h 355"/>
              <a:gd name="T26" fmla="*/ 80 w 228"/>
              <a:gd name="T27" fmla="*/ 306 h 355"/>
              <a:gd name="T28" fmla="*/ 228 w 228"/>
              <a:gd name="T29" fmla="*/ 306 h 355"/>
              <a:gd name="T30" fmla="*/ 228 w 228"/>
              <a:gd name="T31" fmla="*/ 355 h 355"/>
              <a:gd name="T32" fmla="*/ 0 w 228"/>
              <a:gd name="T33" fmla="*/ 355 h 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8" h="355">
                <a:moveTo>
                  <a:pt x="0" y="355"/>
                </a:moveTo>
                <a:cubicBezTo>
                  <a:pt x="0" y="307"/>
                  <a:pt x="0" y="307"/>
                  <a:pt x="0" y="307"/>
                </a:cubicBezTo>
                <a:cubicBezTo>
                  <a:pt x="46" y="264"/>
                  <a:pt x="81" y="230"/>
                  <a:pt x="105" y="203"/>
                </a:cubicBezTo>
                <a:cubicBezTo>
                  <a:pt x="130" y="176"/>
                  <a:pt x="146" y="155"/>
                  <a:pt x="153" y="141"/>
                </a:cubicBezTo>
                <a:cubicBezTo>
                  <a:pt x="160" y="126"/>
                  <a:pt x="164" y="113"/>
                  <a:pt x="164" y="100"/>
                </a:cubicBezTo>
                <a:cubicBezTo>
                  <a:pt x="164" y="85"/>
                  <a:pt x="159" y="73"/>
                  <a:pt x="148" y="64"/>
                </a:cubicBezTo>
                <a:cubicBezTo>
                  <a:pt x="137" y="54"/>
                  <a:pt x="122" y="49"/>
                  <a:pt x="104" y="49"/>
                </a:cubicBezTo>
                <a:cubicBezTo>
                  <a:pt x="80" y="49"/>
                  <a:pt x="52" y="58"/>
                  <a:pt x="20" y="75"/>
                </a:cubicBezTo>
                <a:cubicBezTo>
                  <a:pt x="5" y="24"/>
                  <a:pt x="5" y="24"/>
                  <a:pt x="5" y="24"/>
                </a:cubicBezTo>
                <a:cubicBezTo>
                  <a:pt x="40" y="8"/>
                  <a:pt x="75" y="0"/>
                  <a:pt x="111" y="0"/>
                </a:cubicBezTo>
                <a:cubicBezTo>
                  <a:pt x="145" y="0"/>
                  <a:pt x="173" y="8"/>
                  <a:pt x="193" y="23"/>
                </a:cubicBezTo>
                <a:cubicBezTo>
                  <a:pt x="215" y="40"/>
                  <a:pt x="225" y="65"/>
                  <a:pt x="225" y="97"/>
                </a:cubicBezTo>
                <a:cubicBezTo>
                  <a:pt x="225" y="125"/>
                  <a:pt x="215" y="154"/>
                  <a:pt x="195" y="183"/>
                </a:cubicBezTo>
                <a:cubicBezTo>
                  <a:pt x="173" y="215"/>
                  <a:pt x="134" y="255"/>
                  <a:pt x="80" y="306"/>
                </a:cubicBezTo>
                <a:cubicBezTo>
                  <a:pt x="228" y="306"/>
                  <a:pt x="228" y="306"/>
                  <a:pt x="228" y="306"/>
                </a:cubicBezTo>
                <a:cubicBezTo>
                  <a:pt x="228" y="355"/>
                  <a:pt x="228" y="355"/>
                  <a:pt x="228" y="355"/>
                </a:cubicBezTo>
                <a:lnTo>
                  <a:pt x="0" y="35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latin typeface="+mn-lt"/>
            </a:endParaRPr>
          </a:p>
        </p:txBody>
      </p:sp>
      <p:sp>
        <p:nvSpPr>
          <p:cNvPr id="12" name="Segment 3" descr="Process segment">
            <a:extLst>
              <a:ext uri="{FF2B5EF4-FFF2-40B4-BE49-F238E27FC236}">
                <a16:creationId xmlns:a16="http://schemas.microsoft.com/office/drawing/2014/main" id="{3F02E002-25C2-D6BA-5629-AECBA2E111AA}"/>
              </a:ext>
            </a:extLst>
          </p:cNvPr>
          <p:cNvSpPr/>
          <p:nvPr userDrawn="1"/>
        </p:nvSpPr>
        <p:spPr bwMode="auto">
          <a:xfrm>
            <a:off x="5872960" y="2498400"/>
            <a:ext cx="2856033" cy="1007475"/>
          </a:xfrm>
          <a:prstGeom prst="chevron">
            <a:avLst>
              <a:gd name="adj" fmla="val 37379"/>
            </a:avLst>
          </a:prstGeom>
          <a:solidFill>
            <a:srgbClr val="DFDFD9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13" name="Number 3" descr="3">
            <a:extLst>
              <a:ext uri="{FF2B5EF4-FFF2-40B4-BE49-F238E27FC236}">
                <a16:creationId xmlns:a16="http://schemas.microsoft.com/office/drawing/2014/main" id="{21837ED4-6B4D-5FB1-F266-EABC564DB01C}"/>
              </a:ext>
            </a:extLst>
          </p:cNvPr>
          <p:cNvSpPr>
            <a:spLocks/>
          </p:cNvSpPr>
          <p:nvPr userDrawn="1"/>
        </p:nvSpPr>
        <p:spPr bwMode="gray">
          <a:xfrm>
            <a:off x="6043264" y="2710910"/>
            <a:ext cx="367710" cy="582458"/>
          </a:xfrm>
          <a:custGeom>
            <a:avLst/>
            <a:gdLst>
              <a:gd name="T0" fmla="*/ 0 w 228"/>
              <a:gd name="T1" fmla="*/ 343 h 361"/>
              <a:gd name="T2" fmla="*/ 13 w 228"/>
              <a:gd name="T3" fmla="*/ 292 h 361"/>
              <a:gd name="T4" fmla="*/ 96 w 228"/>
              <a:gd name="T5" fmla="*/ 312 h 361"/>
              <a:gd name="T6" fmla="*/ 151 w 228"/>
              <a:gd name="T7" fmla="*/ 293 h 361"/>
              <a:gd name="T8" fmla="*/ 166 w 228"/>
              <a:gd name="T9" fmla="*/ 253 h 361"/>
              <a:gd name="T10" fmla="*/ 139 w 228"/>
              <a:gd name="T11" fmla="*/ 207 h 361"/>
              <a:gd name="T12" fmla="*/ 77 w 228"/>
              <a:gd name="T13" fmla="*/ 196 h 361"/>
              <a:gd name="T14" fmla="*/ 48 w 228"/>
              <a:gd name="T15" fmla="*/ 197 h 361"/>
              <a:gd name="T16" fmla="*/ 48 w 228"/>
              <a:gd name="T17" fmla="*/ 149 h 361"/>
              <a:gd name="T18" fmla="*/ 71 w 228"/>
              <a:gd name="T19" fmla="*/ 151 h 361"/>
              <a:gd name="T20" fmla="*/ 138 w 228"/>
              <a:gd name="T21" fmla="*/ 137 h 361"/>
              <a:gd name="T22" fmla="*/ 162 w 228"/>
              <a:gd name="T23" fmla="*/ 96 h 361"/>
              <a:gd name="T24" fmla="*/ 147 w 228"/>
              <a:gd name="T25" fmla="*/ 61 h 361"/>
              <a:gd name="T26" fmla="*/ 103 w 228"/>
              <a:gd name="T27" fmla="*/ 49 h 361"/>
              <a:gd name="T28" fmla="*/ 23 w 228"/>
              <a:gd name="T29" fmla="*/ 68 h 361"/>
              <a:gd name="T30" fmla="*/ 11 w 228"/>
              <a:gd name="T31" fmla="*/ 19 h 361"/>
              <a:gd name="T32" fmla="*/ 110 w 228"/>
              <a:gd name="T33" fmla="*/ 0 h 361"/>
              <a:gd name="T34" fmla="*/ 193 w 228"/>
              <a:gd name="T35" fmla="*/ 23 h 361"/>
              <a:gd name="T36" fmla="*/ 224 w 228"/>
              <a:gd name="T37" fmla="*/ 90 h 361"/>
              <a:gd name="T38" fmla="*/ 193 w 228"/>
              <a:gd name="T39" fmla="*/ 157 h 361"/>
              <a:gd name="T40" fmla="*/ 153 w 228"/>
              <a:gd name="T41" fmla="*/ 173 h 361"/>
              <a:gd name="T42" fmla="*/ 205 w 228"/>
              <a:gd name="T43" fmla="*/ 195 h 361"/>
              <a:gd name="T44" fmla="*/ 228 w 228"/>
              <a:gd name="T45" fmla="*/ 255 h 361"/>
              <a:gd name="T46" fmla="*/ 192 w 228"/>
              <a:gd name="T47" fmla="*/ 335 h 361"/>
              <a:gd name="T48" fmla="*/ 101 w 228"/>
              <a:gd name="T49" fmla="*/ 361 h 361"/>
              <a:gd name="T50" fmla="*/ 0 w 228"/>
              <a:gd name="T51" fmla="*/ 343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28" h="361">
                <a:moveTo>
                  <a:pt x="0" y="343"/>
                </a:moveTo>
                <a:cubicBezTo>
                  <a:pt x="13" y="292"/>
                  <a:pt x="13" y="292"/>
                  <a:pt x="13" y="292"/>
                </a:cubicBezTo>
                <a:cubicBezTo>
                  <a:pt x="41" y="306"/>
                  <a:pt x="69" y="312"/>
                  <a:pt x="96" y="312"/>
                </a:cubicBezTo>
                <a:cubicBezTo>
                  <a:pt x="121" y="312"/>
                  <a:pt x="139" y="306"/>
                  <a:pt x="151" y="293"/>
                </a:cubicBezTo>
                <a:cubicBezTo>
                  <a:pt x="161" y="283"/>
                  <a:pt x="166" y="269"/>
                  <a:pt x="166" y="253"/>
                </a:cubicBezTo>
                <a:cubicBezTo>
                  <a:pt x="166" y="232"/>
                  <a:pt x="157" y="217"/>
                  <a:pt x="139" y="207"/>
                </a:cubicBezTo>
                <a:cubicBezTo>
                  <a:pt x="125" y="200"/>
                  <a:pt x="104" y="196"/>
                  <a:pt x="77" y="196"/>
                </a:cubicBezTo>
                <a:cubicBezTo>
                  <a:pt x="69" y="196"/>
                  <a:pt x="60" y="196"/>
                  <a:pt x="48" y="197"/>
                </a:cubicBezTo>
                <a:cubicBezTo>
                  <a:pt x="48" y="149"/>
                  <a:pt x="48" y="149"/>
                  <a:pt x="48" y="149"/>
                </a:cubicBezTo>
                <a:cubicBezTo>
                  <a:pt x="56" y="150"/>
                  <a:pt x="64" y="151"/>
                  <a:pt x="71" y="151"/>
                </a:cubicBezTo>
                <a:cubicBezTo>
                  <a:pt x="101" y="151"/>
                  <a:pt x="124" y="146"/>
                  <a:pt x="138" y="137"/>
                </a:cubicBezTo>
                <a:cubicBezTo>
                  <a:pt x="154" y="127"/>
                  <a:pt x="162" y="114"/>
                  <a:pt x="162" y="96"/>
                </a:cubicBezTo>
                <a:cubicBezTo>
                  <a:pt x="162" y="82"/>
                  <a:pt x="157" y="70"/>
                  <a:pt x="147" y="61"/>
                </a:cubicBezTo>
                <a:cubicBezTo>
                  <a:pt x="137" y="53"/>
                  <a:pt x="122" y="49"/>
                  <a:pt x="103" y="49"/>
                </a:cubicBezTo>
                <a:cubicBezTo>
                  <a:pt x="80" y="49"/>
                  <a:pt x="54" y="55"/>
                  <a:pt x="23" y="68"/>
                </a:cubicBezTo>
                <a:cubicBezTo>
                  <a:pt x="11" y="19"/>
                  <a:pt x="11" y="19"/>
                  <a:pt x="11" y="19"/>
                </a:cubicBezTo>
                <a:cubicBezTo>
                  <a:pt x="43" y="6"/>
                  <a:pt x="76" y="0"/>
                  <a:pt x="110" y="0"/>
                </a:cubicBezTo>
                <a:cubicBezTo>
                  <a:pt x="146" y="0"/>
                  <a:pt x="173" y="8"/>
                  <a:pt x="193" y="23"/>
                </a:cubicBezTo>
                <a:cubicBezTo>
                  <a:pt x="214" y="38"/>
                  <a:pt x="224" y="61"/>
                  <a:pt x="224" y="90"/>
                </a:cubicBezTo>
                <a:cubicBezTo>
                  <a:pt x="224" y="120"/>
                  <a:pt x="214" y="142"/>
                  <a:pt x="193" y="157"/>
                </a:cubicBezTo>
                <a:cubicBezTo>
                  <a:pt x="183" y="165"/>
                  <a:pt x="170" y="170"/>
                  <a:pt x="153" y="173"/>
                </a:cubicBezTo>
                <a:cubicBezTo>
                  <a:pt x="176" y="177"/>
                  <a:pt x="193" y="184"/>
                  <a:pt x="205" y="195"/>
                </a:cubicBezTo>
                <a:cubicBezTo>
                  <a:pt x="220" y="210"/>
                  <a:pt x="228" y="230"/>
                  <a:pt x="228" y="255"/>
                </a:cubicBezTo>
                <a:cubicBezTo>
                  <a:pt x="228" y="289"/>
                  <a:pt x="216" y="316"/>
                  <a:pt x="192" y="335"/>
                </a:cubicBezTo>
                <a:cubicBezTo>
                  <a:pt x="171" y="352"/>
                  <a:pt x="140" y="361"/>
                  <a:pt x="101" y="361"/>
                </a:cubicBezTo>
                <a:cubicBezTo>
                  <a:pt x="65" y="361"/>
                  <a:pt x="32" y="355"/>
                  <a:pt x="0" y="34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solidFill>
                <a:srgbClr val="879BAA"/>
              </a:solidFill>
              <a:latin typeface="+mn-lt"/>
            </a:endParaRPr>
          </a:p>
        </p:txBody>
      </p:sp>
      <p:sp>
        <p:nvSpPr>
          <p:cNvPr id="5" name="Inhaltsplatzhalter 15">
            <a:extLst>
              <a:ext uri="{FF2B5EF4-FFF2-40B4-BE49-F238E27FC236}">
                <a16:creationId xmlns:a16="http://schemas.microsoft.com/office/drawing/2014/main" id="{CA9C1C36-E0E8-04F6-2737-80AD374FDA5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46175" y="2328863"/>
            <a:ext cx="169537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1" name="Inhaltsplatzhalter 15">
            <a:extLst>
              <a:ext uri="{FF2B5EF4-FFF2-40B4-BE49-F238E27FC236}">
                <a16:creationId xmlns:a16="http://schemas.microsoft.com/office/drawing/2014/main" id="{FB52E39A-8B5D-A658-7928-D506D39AD9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22176" y="2328863"/>
            <a:ext cx="169537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4" name="Inhaltsplatzhalter 15">
            <a:extLst>
              <a:ext uri="{FF2B5EF4-FFF2-40B4-BE49-F238E27FC236}">
                <a16:creationId xmlns:a16="http://schemas.microsoft.com/office/drawing/2014/main" id="{DAB96BE7-7E18-5FA7-8BC5-79C595423D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98177" y="2328863"/>
            <a:ext cx="169537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609137B-6869-B9B6-153D-4E3DDE6243ED}"/>
              </a:ext>
            </a:extLst>
          </p:cNvPr>
          <p:cNvSpPr txBox="1"/>
          <p:nvPr userDrawn="1"/>
        </p:nvSpPr>
        <p:spPr>
          <a:xfrm flipH="1">
            <a:off x="8728993" y="2494305"/>
            <a:ext cx="655639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6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8" name="Inhaltsplatzhalter 15">
            <a:extLst>
              <a:ext uri="{FF2B5EF4-FFF2-40B4-BE49-F238E27FC236}">
                <a16:creationId xmlns:a16="http://schemas.microsoft.com/office/drawing/2014/main" id="{09CB71F4-CCB7-8FE1-7641-BF33011B27E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74179" y="2328863"/>
            <a:ext cx="169537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1334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dark (large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70697368-7933-D4EC-C605-5BEF353296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426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4F8BBD80-F603-890B-5CCC-27FC59B1600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008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buClr>
                <a:schemeClr val="tx1"/>
              </a:buClr>
              <a:defRPr sz="1600"/>
            </a:lvl2pPr>
            <a:lvl3pPr>
              <a:buClr>
                <a:schemeClr val="tx1"/>
              </a:buClr>
              <a:defRPr sz="16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buClr>
                <a:schemeClr val="tx1"/>
              </a:buClr>
              <a:defRPr sz="1600"/>
            </a:lvl6pPr>
            <a:lvl7pPr>
              <a:buClr>
                <a:schemeClr val="tx1"/>
              </a:buClr>
              <a:defRPr sz="1600"/>
            </a:lvl7pPr>
            <a:lvl8pPr>
              <a:buClr>
                <a:schemeClr val="tx1"/>
              </a:buClr>
              <a:defRPr sz="1600"/>
            </a:lvl8pPr>
            <a:lvl9pPr>
              <a:buClr>
                <a:schemeClr val="tx1"/>
              </a:buCl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2" descr="Content text frame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buClr>
                <a:schemeClr val="tx1"/>
              </a:buClr>
              <a:defRPr sz="1600"/>
            </a:lvl2pPr>
            <a:lvl3pPr>
              <a:buClr>
                <a:schemeClr val="tx1"/>
              </a:buClr>
              <a:defRPr sz="16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buClr>
                <a:schemeClr val="tx1"/>
              </a:buClr>
              <a:defRPr sz="1600"/>
            </a:lvl6pPr>
            <a:lvl7pPr>
              <a:buClr>
                <a:schemeClr val="tx1"/>
              </a:buClr>
              <a:defRPr sz="1600"/>
            </a:lvl7pPr>
            <a:lvl8pPr>
              <a:buClr>
                <a:schemeClr val="tx1"/>
              </a:buClr>
              <a:defRPr sz="1600"/>
            </a:lvl8pPr>
            <a:lvl9pPr>
              <a:buClr>
                <a:schemeClr val="tx1"/>
              </a:buCl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3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buClr>
                <a:schemeClr val="tx1"/>
              </a:buClr>
              <a:defRPr sz="1600"/>
            </a:lvl2pPr>
            <a:lvl3pPr>
              <a:buClr>
                <a:schemeClr val="tx1"/>
              </a:buClr>
              <a:defRPr sz="16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buClr>
                <a:schemeClr val="tx1"/>
              </a:buClr>
              <a:defRPr sz="1600"/>
            </a:lvl6pPr>
            <a:lvl7pPr>
              <a:buClr>
                <a:schemeClr val="tx1"/>
              </a:buClr>
              <a:defRPr sz="1600"/>
            </a:lvl7pPr>
            <a:lvl8pPr>
              <a:buClr>
                <a:schemeClr val="tx1"/>
              </a:buClr>
              <a:defRPr sz="1600"/>
            </a:lvl8pPr>
            <a:lvl9pPr>
              <a:buClr>
                <a:schemeClr val="tx1"/>
              </a:buCl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py 4" descr="Content text frame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 bwMode="black"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buClr>
                <a:schemeClr val="tx1"/>
              </a:buClr>
              <a:defRPr sz="1600"/>
            </a:lvl2pPr>
            <a:lvl3pPr>
              <a:buClr>
                <a:schemeClr val="tx1"/>
              </a:buClr>
              <a:defRPr sz="16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buClr>
                <a:schemeClr val="tx1"/>
              </a:buClr>
              <a:defRPr sz="1600"/>
            </a:lvl6pPr>
            <a:lvl7pPr>
              <a:buClr>
                <a:schemeClr val="tx1"/>
              </a:buClr>
              <a:defRPr sz="1600"/>
            </a:lvl7pPr>
            <a:lvl8pPr>
              <a:buClr>
                <a:schemeClr val="tx1"/>
              </a:buClr>
              <a:defRPr sz="1600"/>
            </a:lvl8pPr>
            <a:lvl9pPr>
              <a:buClr>
                <a:schemeClr val="tx1"/>
              </a:buCl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6876CD70-E828-5653-E034-0E836EE5EAD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555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2206">
          <p15:clr>
            <a:srgbClr val="65CEFF"/>
          </p15:clr>
        </p15:guide>
        <p15:guide id="10" orient="horz" pos="2343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dark (Spotlight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 descr="Thematic picture – please describe furth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411161" y="1414800"/>
            <a:ext cx="7199313" cy="4752000"/>
          </a:xfrm>
          <a:solidFill>
            <a:srgbClr val="9999A9"/>
          </a:solidFill>
        </p:spPr>
        <p:txBody>
          <a:bodyPr lIns="144000" tIns="108000" rIns="144000" bIns="108000">
            <a:noAutofit/>
          </a:bodyPr>
          <a:lstStyle/>
          <a:p>
            <a:r>
              <a:rPr lang="en-US" dirty="0"/>
              <a:t>Thematic picture</a:t>
            </a:r>
          </a:p>
        </p:txBody>
      </p:sp>
      <p:sp>
        <p:nvSpPr>
          <p:cNvPr id="4" name="Copy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Siemens Logo" descr="Siemens logo">
            <a:extLst>
              <a:ext uri="{FF2B5EF4-FFF2-40B4-BE49-F238E27FC236}">
                <a16:creationId xmlns:a16="http://schemas.microsoft.com/office/drawing/2014/main" id="{2E6EBD77-9439-0F2D-3512-7EAC1BD87F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8219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dark (large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able Placeholder" descr="Content table  frame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 bwMode="black">
          <a:xfrm>
            <a:off x="404812" y="1414461"/>
            <a:ext cx="11376026" cy="4392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DBDDA68C-D369-4260-610E-00284B3EA6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756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 descr="Slide headlin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accent1"/>
              </a:buClr>
              <a:defRPr>
                <a:ln>
                  <a:noFill/>
                </a:ln>
              </a:defRPr>
            </a:lvl2pPr>
            <a:lvl3pPr>
              <a:buClr>
                <a:schemeClr val="accent1"/>
              </a:buClr>
              <a:defRPr>
                <a:ln>
                  <a:noFill/>
                </a:ln>
              </a:defRPr>
            </a:lvl3pPr>
            <a:lvl4pPr>
              <a:buClr>
                <a:schemeClr val="accent1"/>
              </a:buClr>
              <a:defRPr>
                <a:ln>
                  <a:noFill/>
                </a:ln>
              </a:defRPr>
            </a:lvl4pPr>
            <a:lvl5pPr>
              <a:buClr>
                <a:schemeClr val="accent1"/>
              </a:buClr>
              <a:defRPr>
                <a:ln>
                  <a:noFill/>
                </a:ln>
              </a:defRPr>
            </a:lvl5pPr>
            <a:lvl6pPr>
              <a:buClr>
                <a:schemeClr val="accent1"/>
              </a:buClr>
              <a:defRPr>
                <a:ln>
                  <a:noFill/>
                </a:ln>
              </a:defRPr>
            </a:lvl6pPr>
            <a:lvl7pPr>
              <a:buClr>
                <a:schemeClr val="accent1"/>
              </a:buClr>
              <a:defRPr>
                <a:ln>
                  <a:noFill/>
                </a:ln>
              </a:defRPr>
            </a:lvl7pPr>
            <a:lvl8pPr>
              <a:buClr>
                <a:schemeClr val="accent1"/>
              </a:buClr>
              <a:defRPr>
                <a:ln>
                  <a:noFill/>
                </a:ln>
              </a:defRPr>
            </a:lvl8pPr>
            <a:lvl9pPr>
              <a:buClr>
                <a:schemeClr val="accent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py 2" descr="Content text frame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 bwMode="black"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accent1"/>
              </a:buClr>
              <a:defRPr>
                <a:ln>
                  <a:noFill/>
                </a:ln>
              </a:defRPr>
            </a:lvl2pPr>
            <a:lvl3pPr>
              <a:buClr>
                <a:schemeClr val="accent1"/>
              </a:buClr>
              <a:defRPr>
                <a:ln>
                  <a:noFill/>
                </a:ln>
              </a:defRPr>
            </a:lvl3pPr>
            <a:lvl4pPr>
              <a:buClr>
                <a:schemeClr val="accent1"/>
              </a:buClr>
              <a:defRPr>
                <a:ln>
                  <a:noFill/>
                </a:ln>
              </a:defRPr>
            </a:lvl4pPr>
            <a:lvl5pPr>
              <a:buClr>
                <a:schemeClr val="accent1"/>
              </a:buClr>
              <a:defRPr>
                <a:ln>
                  <a:noFill/>
                </a:ln>
              </a:defRPr>
            </a:lvl5pPr>
            <a:lvl6pPr>
              <a:buClr>
                <a:schemeClr val="accent1"/>
              </a:buClr>
              <a:defRPr>
                <a:ln>
                  <a:noFill/>
                </a:ln>
              </a:defRPr>
            </a:lvl6pPr>
            <a:lvl7pPr>
              <a:buClr>
                <a:schemeClr val="accent1"/>
              </a:buClr>
              <a:defRPr>
                <a:ln>
                  <a:noFill/>
                </a:ln>
              </a:defRPr>
            </a:lvl7pPr>
            <a:lvl8pPr>
              <a:buClr>
                <a:schemeClr val="accent1"/>
              </a:buClr>
              <a:defRPr>
                <a:ln>
                  <a:noFill/>
                </a:ln>
              </a:defRPr>
            </a:lvl8pPr>
            <a:lvl9pPr>
              <a:buClr>
                <a:schemeClr val="accent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py 3" descr="Content text frame (highlight)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 bwMode="blackWhite">
          <a:xfrm>
            <a:off x="8187189" y="1414462"/>
            <a:ext cx="3600000" cy="4392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Ins="216000" bIns="144000" rtlCol="0" anchor="t" anchorCtr="0"/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5pPr>
            <a:lvl6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6pPr>
            <a:lvl7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7pPr>
            <a:lvl8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8pPr>
            <a:lvl9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9pPr>
          </a:lstStyle>
          <a:p>
            <a:pPr lvl="0">
              <a:buClr>
                <a:schemeClr val="accent1"/>
              </a:buClr>
            </a:pPr>
            <a:r>
              <a:rPr lang="en-US"/>
              <a:t>Click to edit Master text styles</a:t>
            </a:r>
          </a:p>
          <a:p>
            <a:pPr lvl="1">
              <a:buClr>
                <a:schemeClr val="accent1"/>
              </a:buClr>
            </a:pPr>
            <a:r>
              <a:rPr lang="en-US"/>
              <a:t>Second level</a:t>
            </a:r>
          </a:p>
          <a:p>
            <a:pPr lvl="2">
              <a:buClr>
                <a:schemeClr val="accent1"/>
              </a:buClr>
            </a:pPr>
            <a:r>
              <a:rPr lang="en-US"/>
              <a:t>Third level</a:t>
            </a:r>
          </a:p>
          <a:p>
            <a:pPr lvl="3">
              <a:buClr>
                <a:schemeClr val="accent1"/>
              </a:buClr>
            </a:pPr>
            <a:r>
              <a:rPr lang="en-US"/>
              <a:t>Fourth level</a:t>
            </a:r>
          </a:p>
          <a:p>
            <a:pPr lvl="4">
              <a:buClr>
                <a:schemeClr val="accent1"/>
              </a:buClr>
            </a:pPr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219FA372-8978-3FA6-7DE8-9278A9E578F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089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 descr="Slide headlin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58400" y="1234800"/>
            <a:ext cx="9216000" cy="1162523"/>
          </a:xfrm>
          <a:noFill/>
        </p:spPr>
        <p:txBody>
          <a:bodyPr wrap="square" lIns="0" tIns="54000" rIns="0" bIns="0" anchor="t" anchorCtr="0">
            <a:spAutoFit/>
          </a:bodyPr>
          <a:lstStyle>
            <a:lvl1pPr marL="0"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2pPr>
            <a:lvl3pPr marL="144000" indent="-144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4pPr>
            <a:lvl5pPr marL="144000" indent="-14400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36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7pPr>
            <a:lvl8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54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9pPr>
          </a:lstStyle>
          <a:p>
            <a:pPr lvl="0"/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 etc.</a:t>
            </a:r>
          </a:p>
          <a:p>
            <a:pPr lvl="2"/>
            <a:r>
              <a:rPr lang="en-US" dirty="0"/>
              <a:t>Skills etc.</a:t>
            </a:r>
          </a:p>
          <a:p>
            <a:pPr lvl="3"/>
            <a:r>
              <a:rPr lang="en-US" dirty="0"/>
              <a:t>Name etc. sublevel</a:t>
            </a:r>
          </a:p>
          <a:p>
            <a:pPr lvl="4"/>
            <a:r>
              <a:rPr lang="en-US" dirty="0"/>
              <a:t>Skills etc. sublevel</a:t>
            </a:r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A2886B6C-3288-1F00-A9B6-D56E01FC2F4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231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423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622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26" Target="../slideLayouts/slideLayout26.xml" Type="http://schemas.openxmlformats.org/officeDocument/2006/relationships/slideLayout" /><Relationship Id="rId21" Target="../slideLayouts/slideLayout21.xml" Type="http://schemas.openxmlformats.org/officeDocument/2006/relationships/slideLayout" /><Relationship Id="rId42" Target="../slideLayouts/slideLayout42.xml" Type="http://schemas.openxmlformats.org/officeDocument/2006/relationships/slideLayout" /><Relationship Id="rId47" Target="../slideLayouts/slideLayout47.xml" Type="http://schemas.openxmlformats.org/officeDocument/2006/relationships/slideLayout" /><Relationship Id="rId63" Target="../slideLayouts/slideLayout63.xml" Type="http://schemas.openxmlformats.org/officeDocument/2006/relationships/slideLayout" /><Relationship Id="rId68" Target="../slideLayouts/slideLayout68.xml" Type="http://schemas.openxmlformats.org/officeDocument/2006/relationships/slideLayout" /><Relationship Id="rId84" Target="../slideLayouts/slideLayout84.xml" Type="http://schemas.openxmlformats.org/officeDocument/2006/relationships/slideLayout" /><Relationship Id="rId89" Target="../slideLayouts/slideLayout89.xml" Type="http://schemas.openxmlformats.org/officeDocument/2006/relationships/slideLayout" /><Relationship Id="rId16" Target="../slideLayouts/slideLayout16.xml" Type="http://schemas.openxmlformats.org/officeDocument/2006/relationships/slideLayout" /><Relationship Id="rId11" Target="../slideLayouts/slideLayout11.xml" Type="http://schemas.openxmlformats.org/officeDocument/2006/relationships/slideLayout" /><Relationship Id="rId32" Target="../slideLayouts/slideLayout32.xml" Type="http://schemas.openxmlformats.org/officeDocument/2006/relationships/slideLayout" /><Relationship Id="rId37" Target="../slideLayouts/slideLayout37.xml" Type="http://schemas.openxmlformats.org/officeDocument/2006/relationships/slideLayout" /><Relationship Id="rId53" Target="../slideLayouts/slideLayout53.xml" Type="http://schemas.openxmlformats.org/officeDocument/2006/relationships/slideLayout" /><Relationship Id="rId58" Target="../slideLayouts/slideLayout58.xml" Type="http://schemas.openxmlformats.org/officeDocument/2006/relationships/slideLayout" /><Relationship Id="rId74" Target="../slideLayouts/slideLayout74.xml" Type="http://schemas.openxmlformats.org/officeDocument/2006/relationships/slideLayout" /><Relationship Id="rId79" Target="../slideLayouts/slideLayout79.xml" Type="http://schemas.openxmlformats.org/officeDocument/2006/relationships/slideLayout" /><Relationship Id="rId102" Target="../slideLayouts/slideLayout102.xml" Type="http://schemas.openxmlformats.org/officeDocument/2006/relationships/slideLayout" /><Relationship Id="rId5" Target="../slideLayouts/slideLayout5.xml" Type="http://schemas.openxmlformats.org/officeDocument/2006/relationships/slideLayout" /><Relationship Id="rId90" Target="../slideLayouts/slideLayout90.xml" Type="http://schemas.openxmlformats.org/officeDocument/2006/relationships/slideLayout" /><Relationship Id="rId95" Target="../slideLayouts/slideLayout95.xml" Type="http://schemas.openxmlformats.org/officeDocument/2006/relationships/slideLayout" /><Relationship Id="rId22" Target="../slideLayouts/slideLayout22.xml" Type="http://schemas.openxmlformats.org/officeDocument/2006/relationships/slideLayout" /><Relationship Id="rId27" Target="../slideLayouts/slideLayout27.xml" Type="http://schemas.openxmlformats.org/officeDocument/2006/relationships/slideLayout" /><Relationship Id="rId43" Target="../slideLayouts/slideLayout43.xml" Type="http://schemas.openxmlformats.org/officeDocument/2006/relationships/slideLayout" /><Relationship Id="rId48" Target="../slideLayouts/slideLayout48.xml" Type="http://schemas.openxmlformats.org/officeDocument/2006/relationships/slideLayout" /><Relationship Id="rId64" Target="../slideLayouts/slideLayout64.xml" Type="http://schemas.openxmlformats.org/officeDocument/2006/relationships/slideLayout" /><Relationship Id="rId69" Target="../slideLayouts/slideLayout69.xml" Type="http://schemas.openxmlformats.org/officeDocument/2006/relationships/slideLayout" /><Relationship Id="rId80" Target="../slideLayouts/slideLayout80.xml" Type="http://schemas.openxmlformats.org/officeDocument/2006/relationships/slideLayout" /><Relationship Id="rId85" Target="../slideLayouts/slideLayout85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33" Target="../slideLayouts/slideLayout33.xml" Type="http://schemas.openxmlformats.org/officeDocument/2006/relationships/slideLayout" /><Relationship Id="rId38" Target="../slideLayouts/slideLayout38.xml" Type="http://schemas.openxmlformats.org/officeDocument/2006/relationships/slideLayout" /><Relationship Id="rId59" Target="../slideLayouts/slideLayout59.xml" Type="http://schemas.openxmlformats.org/officeDocument/2006/relationships/slideLayout" /><Relationship Id="rId103" Target="../slideLayouts/slideLayout103.xml" Type="http://schemas.openxmlformats.org/officeDocument/2006/relationships/slideLayout" /><Relationship Id="rId20" Target="../slideLayouts/slideLayout20.xml" Type="http://schemas.openxmlformats.org/officeDocument/2006/relationships/slideLayout" /><Relationship Id="rId41" Target="../slideLayouts/slideLayout41.xml" Type="http://schemas.openxmlformats.org/officeDocument/2006/relationships/slideLayout" /><Relationship Id="rId54" Target="../slideLayouts/slideLayout54.xml" Type="http://schemas.openxmlformats.org/officeDocument/2006/relationships/slideLayout" /><Relationship Id="rId62" Target="../slideLayouts/slideLayout62.xml" Type="http://schemas.openxmlformats.org/officeDocument/2006/relationships/slideLayout" /><Relationship Id="rId70" Target="../slideLayouts/slideLayout70.xml" Type="http://schemas.openxmlformats.org/officeDocument/2006/relationships/slideLayout" /><Relationship Id="rId75" Target="../slideLayouts/slideLayout75.xml" Type="http://schemas.openxmlformats.org/officeDocument/2006/relationships/slideLayout" /><Relationship Id="rId83" Target="../slideLayouts/slideLayout83.xml" Type="http://schemas.openxmlformats.org/officeDocument/2006/relationships/slideLayout" /><Relationship Id="rId88" Target="../slideLayouts/slideLayout88.xml" Type="http://schemas.openxmlformats.org/officeDocument/2006/relationships/slideLayout" /><Relationship Id="rId91" Target="../slideLayouts/slideLayout91.xml" Type="http://schemas.openxmlformats.org/officeDocument/2006/relationships/slideLayout" /><Relationship Id="rId96" Target="../slideLayouts/slideLayout9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5" Target="../slideLayouts/slideLayout15.xml" Type="http://schemas.openxmlformats.org/officeDocument/2006/relationships/slideLayout" /><Relationship Id="rId23" Target="../slideLayouts/slideLayout23.xml" Type="http://schemas.openxmlformats.org/officeDocument/2006/relationships/slideLayout" /><Relationship Id="rId28" Target="../slideLayouts/slideLayout28.xml" Type="http://schemas.openxmlformats.org/officeDocument/2006/relationships/slideLayout" /><Relationship Id="rId36" Target="../slideLayouts/slideLayout36.xml" Type="http://schemas.openxmlformats.org/officeDocument/2006/relationships/slideLayout" /><Relationship Id="rId49" Target="../slideLayouts/slideLayout49.xml" Type="http://schemas.openxmlformats.org/officeDocument/2006/relationships/slideLayout" /><Relationship Id="rId57" Target="../slideLayouts/slideLayout57.xml" Type="http://schemas.openxmlformats.org/officeDocument/2006/relationships/slideLayout" /><Relationship Id="rId10" Target="../slideLayouts/slideLayout10.xml" Type="http://schemas.openxmlformats.org/officeDocument/2006/relationships/slideLayout" /><Relationship Id="rId31" Target="../slideLayouts/slideLayout31.xml" Type="http://schemas.openxmlformats.org/officeDocument/2006/relationships/slideLayout" /><Relationship Id="rId44" Target="../slideLayouts/slideLayout44.xml" Type="http://schemas.openxmlformats.org/officeDocument/2006/relationships/slideLayout" /><Relationship Id="rId52" Target="../slideLayouts/slideLayout52.xml" Type="http://schemas.openxmlformats.org/officeDocument/2006/relationships/slideLayout" /><Relationship Id="rId60" Target="../slideLayouts/slideLayout60.xml" Type="http://schemas.openxmlformats.org/officeDocument/2006/relationships/slideLayout" /><Relationship Id="rId65" Target="../slideLayouts/slideLayout65.xml" Type="http://schemas.openxmlformats.org/officeDocument/2006/relationships/slideLayout" /><Relationship Id="rId73" Target="../slideLayouts/slideLayout73.xml" Type="http://schemas.openxmlformats.org/officeDocument/2006/relationships/slideLayout" /><Relationship Id="rId78" Target="../slideLayouts/slideLayout78.xml" Type="http://schemas.openxmlformats.org/officeDocument/2006/relationships/slideLayout" /><Relationship Id="rId81" Target="../slideLayouts/slideLayout81.xml" Type="http://schemas.openxmlformats.org/officeDocument/2006/relationships/slideLayout" /><Relationship Id="rId86" Target="../slideLayouts/slideLayout86.xml" Type="http://schemas.openxmlformats.org/officeDocument/2006/relationships/slideLayout" /><Relationship Id="rId94" Target="../slideLayouts/slideLayout94.xml" Type="http://schemas.openxmlformats.org/officeDocument/2006/relationships/slideLayout" /><Relationship Id="rId99" Target="../slideLayouts/slideLayout99.xml" Type="http://schemas.openxmlformats.org/officeDocument/2006/relationships/slideLayout" /><Relationship Id="rId101" Target="../slideLayouts/slideLayout101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39" Target="../slideLayouts/slideLayout39.xml" Type="http://schemas.openxmlformats.org/officeDocument/2006/relationships/slideLayout" /><Relationship Id="rId34" Target="../slideLayouts/slideLayout34.xml" Type="http://schemas.openxmlformats.org/officeDocument/2006/relationships/slideLayout" /><Relationship Id="rId50" Target="../slideLayouts/slideLayout50.xml" Type="http://schemas.openxmlformats.org/officeDocument/2006/relationships/slideLayout" /><Relationship Id="rId55" Target="../slideLayouts/slideLayout55.xml" Type="http://schemas.openxmlformats.org/officeDocument/2006/relationships/slideLayout" /><Relationship Id="rId76" Target="../slideLayouts/slideLayout76.xml" Type="http://schemas.openxmlformats.org/officeDocument/2006/relationships/slideLayout" /><Relationship Id="rId97" Target="../slideLayouts/slideLayout97.xml" Type="http://schemas.openxmlformats.org/officeDocument/2006/relationships/slideLayout" /><Relationship Id="rId104" Target="../slideLayouts/slideLayout104.xml" Type="http://schemas.openxmlformats.org/officeDocument/2006/relationships/slideLayout" /><Relationship Id="rId7" Target="../slideLayouts/slideLayout7.xml" Type="http://schemas.openxmlformats.org/officeDocument/2006/relationships/slideLayout" /><Relationship Id="rId71" Target="../slideLayouts/slideLayout71.xml" Type="http://schemas.openxmlformats.org/officeDocument/2006/relationships/slideLayout" /><Relationship Id="rId92" Target="../slideLayouts/slideLayout92.xml" Type="http://schemas.openxmlformats.org/officeDocument/2006/relationships/slideLayout" /><Relationship Id="rId2" Target="../slideLayouts/slideLayout2.xml" Type="http://schemas.openxmlformats.org/officeDocument/2006/relationships/slideLayout" /><Relationship Id="rId29" Target="../slideLayouts/slideLayout29.xml" Type="http://schemas.openxmlformats.org/officeDocument/2006/relationships/slideLayout" /><Relationship Id="rId24" Target="../slideLayouts/slideLayout24.xml" Type="http://schemas.openxmlformats.org/officeDocument/2006/relationships/slideLayout" /><Relationship Id="rId40" Target="../slideLayouts/slideLayout40.xml" Type="http://schemas.openxmlformats.org/officeDocument/2006/relationships/slideLayout" /><Relationship Id="rId45" Target="../slideLayouts/slideLayout45.xml" Type="http://schemas.openxmlformats.org/officeDocument/2006/relationships/slideLayout" /><Relationship Id="rId66" Target="../slideLayouts/slideLayout66.xml" Type="http://schemas.openxmlformats.org/officeDocument/2006/relationships/slideLayout" /><Relationship Id="rId87" Target="../slideLayouts/slideLayout87.xml" Type="http://schemas.openxmlformats.org/officeDocument/2006/relationships/slideLayout" /><Relationship Id="rId61" Target="../slideLayouts/slideLayout61.xml" Type="http://schemas.openxmlformats.org/officeDocument/2006/relationships/slideLayout" /><Relationship Id="rId82" Target="../slideLayouts/slideLayout82.xml" Type="http://schemas.openxmlformats.org/officeDocument/2006/relationships/slideLayout" /><Relationship Id="rId19" Target="../slideLayouts/slideLayout19.xml" Type="http://schemas.openxmlformats.org/officeDocument/2006/relationships/slideLayout" /><Relationship Id="rId14" Target="../slideLayouts/slideLayout14.xml" Type="http://schemas.openxmlformats.org/officeDocument/2006/relationships/slideLayout" /><Relationship Id="rId30" Target="../slideLayouts/slideLayout30.xml" Type="http://schemas.openxmlformats.org/officeDocument/2006/relationships/slideLayout" /><Relationship Id="rId35" Target="../slideLayouts/slideLayout35.xml" Type="http://schemas.openxmlformats.org/officeDocument/2006/relationships/slideLayout" /><Relationship Id="rId56" Target="../slideLayouts/slideLayout56.xml" Type="http://schemas.openxmlformats.org/officeDocument/2006/relationships/slideLayout" /><Relationship Id="rId77" Target="../slideLayouts/slideLayout77.xml" Type="http://schemas.openxmlformats.org/officeDocument/2006/relationships/slideLayout" /><Relationship Id="rId100" Target="../slideLayouts/slideLayout100.xml" Type="http://schemas.openxmlformats.org/officeDocument/2006/relationships/slideLayout" /><Relationship Id="rId105" Target="../theme/theme1.xml" Type="http://schemas.openxmlformats.org/officeDocument/2006/relationships/theme" /><Relationship Id="rId8" Target="../slideLayouts/slideLayout8.xml" Type="http://schemas.openxmlformats.org/officeDocument/2006/relationships/slideLayout" /><Relationship Id="rId51" Target="../slideLayouts/slideLayout51.xml" Type="http://schemas.openxmlformats.org/officeDocument/2006/relationships/slideLayout" /><Relationship Id="rId72" Target="../slideLayouts/slideLayout72.xml" Type="http://schemas.openxmlformats.org/officeDocument/2006/relationships/slideLayout" /><Relationship Id="rId93" Target="../slideLayouts/slideLayout93.xml" Type="http://schemas.openxmlformats.org/officeDocument/2006/relationships/slideLayout" /><Relationship Id="rId98" Target="../slideLayouts/slideLayout98.xml" Type="http://schemas.openxmlformats.org/officeDocument/2006/relationships/slideLayout" /><Relationship Id="rId3" Target="../slideLayouts/slideLayout3.xml" Type="http://schemas.openxmlformats.org/officeDocument/2006/relationships/slideLayout" /><Relationship Id="rId25" Target="../slideLayouts/slideLayout25.xml" Type="http://schemas.openxmlformats.org/officeDocument/2006/relationships/slideLayout" /><Relationship Id="rId46" Target="../slideLayouts/slideLayout46.xml" Type="http://schemas.openxmlformats.org/officeDocument/2006/relationships/slideLayout" /><Relationship Id="rId67" Target="../slideLayouts/slideLayout67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  <a:prstGeom prst="rect">
            <a:avLst/>
          </a:prstGeom>
        </p:spPr>
        <p:txBody>
          <a:bodyPr anchor="t" anchorCtr="0" bIns="14400" lIns="0" rIns="324000" rtlCol="0" tIns="0" vert="horz">
            <a:no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descr="Content text frame"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idx="1" type="body"/>
          </p:nvPr>
        </p:nvSpPr>
        <p:spPr bwMode="black">
          <a:xfrm>
            <a:off x="411161" y="1414800"/>
            <a:ext cx="7200000" cy="4536000"/>
          </a:xfrm>
          <a:prstGeom prst="rect">
            <a:avLst/>
          </a:prstGeom>
        </p:spPr>
        <p:txBody>
          <a:bodyPr bIns="0" lIns="0" rIns="0" rtlCol="0" tIns="0" vert="horz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descr="Footer with copyright, author and department information, and date"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idx="3" sz="quarter" type="ftr"/>
          </p:nvPr>
        </p:nvSpPr>
        <p:spPr bwMode="black">
          <a:xfrm>
            <a:off x="1059160" y="6310800"/>
            <a:ext cx="9216000" cy="547200"/>
          </a:xfrm>
          <a:prstGeom prst="rect">
            <a:avLst/>
          </a:prstGeom>
        </p:spPr>
        <p:txBody>
          <a:bodyPr anchor="ctr" anchorCtr="0" bIns="61200" lIns="0" rIns="0" rtlCol="0" tIns="0" vert="horz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descr="Page number"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 bwMode="black">
          <a:xfrm>
            <a:off x="411162" y="6310800"/>
            <a:ext cx="648000" cy="547200"/>
          </a:xfrm>
          <a:prstGeom prst="rect">
            <a:avLst/>
          </a:prstGeom>
        </p:spPr>
        <p:txBody>
          <a:bodyPr anchor="ctr" anchorCtr="0" bIns="61200" lIns="0" rIns="0" rtlCol="0" tIns="0" vert="horz"/>
          <a:lstStyle>
            <a:lvl1pPr algn="l">
              <a:lnSpc>
                <a:spcPct val="100000"/>
              </a:lnSpc>
              <a:defRPr b="1"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791686148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</p:sldLayoutIdLst>
  <p:hf dt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="1" kern="1200" sz="20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0" latinLnBrk="0" marL="0" rtl="0">
        <a:lnSpc>
          <a:spcPct val="110000"/>
        </a:lnSpc>
        <a:spcBef>
          <a:spcPts val="0"/>
        </a:spcBef>
        <a:spcAft>
          <a:spcPts val="300"/>
        </a:spcAft>
        <a:buFont charset="0" panose="020B0604020202020204" pitchFamily="34" typeface="Arial"/>
        <a:buNone/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180000" latinLnBrk="0" marL="180000" rtl="0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180000" latinLnBrk="0" marL="360000" rtl="0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180000" latinLnBrk="0" marL="540000" rtl="0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180000" latinLnBrk="0" marL="720000" rtl="0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180000" latinLnBrk="0" marL="900000" rtl="0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180000" latinLnBrk="0" marL="1080000" rtl="0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180000" latinLnBrk="0" marL="1260000" rtl="0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180000" latinLnBrk="0" marL="1440000" rtl="0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6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/>
      <p:sp>
        <p:nvSpPr>
          <p:cNvPr descr="Subtitle of the chapter"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hasCustomPrompt="1" idx="1" type="subTitle"/>
          </p:nvPr>
        </p:nvSpPr>
        <p:spPr bwMode="black">
          <a:xfrm>
            <a:off x="411163" y="3876677"/>
            <a:ext cx="9288000" cy="1930398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Per-instance decomposition under LTI RC PDN</a:t>
            </a:r>
            <a:br/>
            <a:br/>
            <a:r>
              <a:rPr/>
              <a:t>PDN Analysis Team</a:t>
            </a:r>
          </a:p>
        </p:txBody>
      </p:sp>
      <p:sp/>
      <p:sp>
        <p:nvSpPr>
          <p:cNvPr descr="Footer with copyright, author and department information, and date"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pPr lvl="0" indent="0" marL="0">
              <a:buNone/>
            </a:pPr>
            <a:r>
              <a:rPr/>
              <a:t>The Blame 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i="1"/>
                  <a:t>[Figure: top-down PDN mesh — one node circled as the victim with an annotated voltage trace showing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>
                      <m:e>
                        <m:r>
                          <m:t>V</m:t>
                        </m:r>
                      </m:e>
                      <m:sub>
                        <m:r>
                          <m:t>v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T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 i="1"/>
                  <a:t> at the worst moment; surrounding area dotted with hundreds of switching cells (color/size by activity), some clustered near the victim, some far.]</a:t>
                </a:r>
              </a:p>
              <a:p>
                <a:pPr lvl="0" indent="0" marL="1270000">
                  <a:buNone/>
                </a:pPr>
                <a:r>
                  <a:rPr sz="2000"/>
                  <a:t>“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r>
                      <m:t>V</m:t>
                    </m:r>
                  </m:oMath>
                </a14:m>
                <a:r>
                  <a:rPr sz="2000"/>
                  <a:t> at the victim is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 sz="2000"/>
                  <a:t> mV at the worst moment. Which instances caused it? How many mV did each one contribute?”</a:t>
                </a:r>
              </a:p>
              <a:p>
                <a:pPr lvl="0"/>
                <a:r>
                  <a:rPr/>
                  <a:t>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{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}</m:t>
                    </m:r>
                  </m:oMath>
                </a14:m>
                <a:r>
                  <a:rPr/>
                  <a:t> such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j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b>
                          <m:e>
                            <m:r>
                              <m:t>c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Δ</m:t>
                    </m:r>
                    <m:sSub>
                      <m:e>
                        <m:r>
                          <m:t>V</m:t>
                        </m:r>
                      </m:e>
                      <m:sub>
                        <m:r>
                          <m:t>v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T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(Aside: superposition would solve it source-by-source — we want all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at once.)</a:t>
                </a:r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pPr lvl="0" indent="0" marL="0">
              <a:buNone/>
            </a:pPr>
            <a:r>
              <a:rPr/>
              <a:t>Punchline Preview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Linearity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each </a:t>
                </a:r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is a convolution of one source’s current with the network’s impulse response.</a:t>
                </a:r>
              </a:p>
              <a:p>
                <a:pPr lvl="0"/>
                <a:r>
                  <a:rPr/>
                  <a:t>All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convolutions share the </a:t>
                </a:r>
                <a:r>
                  <a:rPr b="1"/>
                  <a:t>same column</a:t>
                </a:r>
                <a:r>
                  <a:rPr/>
                  <a:t> of the impulse response matrix — the column at the victim.</a:t>
                </a:r>
              </a:p>
              <a:p>
                <a:pPr lvl="0"/>
                <a:r>
                  <a:rPr/>
                  <a:t>That column is obtained from a </a:t>
                </a:r>
                <a:r>
                  <a:rPr b="1"/>
                  <a:t>single backward-in-time evaluation</a:t>
                </a:r>
                <a:r>
                  <a:rPr/>
                  <a:t> seeded with an impulse at the victim.</a:t>
                </a:r>
              </a:p>
              <a:p>
                <a:pPr lvl="0"/>
                <a:r>
                  <a:rPr/>
                  <a:t>One sweep, all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blames, exact under LTI.</a:t>
                </a:r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pPr lvl="0" indent="0" marL="0">
              <a:buNone/>
            </a:pPr>
            <a:r>
              <a:rPr/>
              <a:t>Sensitivity Kernel: Derivation (1/2)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From LTI solution to impulse response matrix</a:t>
                </a:r>
              </a:p>
              <a:p>
                <a:pPr lvl="0"/>
                <a:r>
                  <a:rPr/>
                  <a:t>Reduced system: </a:t>
                </a:r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u</m:t>
                        </m:r>
                        <m:r>
                          <m:t>u</m:t>
                        </m:r>
                      </m:sub>
                    </m:sSub>
                    <m:sSub>
                      <m:e>
                        <m:acc>
                          <m:accPr>
                            <m:chr m:val="̇"/>
                          </m:accPr>
                          <m:e>
                            <m:r>
                              <m:t>V</m:t>
                            </m:r>
                          </m:e>
                        </m:acc>
                      </m:e>
                      <m:sub>
                        <m:r>
                          <m:t>u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G</m:t>
                        </m:r>
                      </m:e>
                      <m:sub>
                        <m:r>
                          <m:t>u</m:t>
                        </m:r>
                        <m:r>
                          <m:t>u</m:t>
                        </m:r>
                      </m:sub>
                    </m:sSub>
                    <m:sSub>
                      <m:e>
                        <m:r>
                          <m:t>V</m:t>
                        </m:r>
                      </m:e>
                      <m:sub>
                        <m:r>
                          <m:t>u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r>
                          <m:t>I</m:t>
                        </m:r>
                      </m:e>
                      <m:sub>
                        <m:r>
                          <m:t>u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t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u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0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bSup>
                      <m:e>
                        <m:r>
                          <m:t>V</m:t>
                        </m:r>
                      </m:e>
                      <m:sub>
                        <m:r>
                          <m:t>u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0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</m:sSubSup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Variation of parameters: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Φ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 </m:t>
                      </m:r>
                      <m:sSubSup>
                        <m:e>
                          <m:r>
                            <m:t>V</m:t>
                          </m:r>
                        </m:e>
                        <m:sub>
                          <m:r>
                            <m:t>u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0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sup>
                      </m:sSubSup>
                      <m:r>
                        <m:rPr>
                          <m:sty m:val="p"/>
                        </m:rPr>
                        <m:t>−</m:t>
                      </m:r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</m:naryPr>
                        <m:sub>
                          <m:r>
                            <m:t>0</m:t>
                          </m:r>
                        </m:sub>
                        <m:sup>
                          <m:r>
                            <m:t>T</m:t>
                          </m:r>
                        </m:sup>
                        <m:e>
                          <m:r>
                            <m:rPr>
                              <m:scr m:val="script"/>
                              <m:sty m:val="p"/>
                            </m:rPr>
                            <m:t>G</m:t>
                          </m:r>
                        </m:e>
                      </m:nary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τ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 </m:t>
                      </m:r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τ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 </m:t>
                      </m:r>
                      <m:r>
                        <m:t>d</m:t>
                      </m:r>
                      <m:r>
                        <m:t>τ</m:t>
                      </m:r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/>
                <a:r>
                  <a:rPr/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Φ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exp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−</m:t>
                    </m:r>
                    <m:sSubSup>
                      <m:e>
                        <m:r>
                          <m:t>C</m:t>
                        </m:r>
                      </m:e>
                      <m:sub>
                        <m:r>
                          <m:t>u</m:t>
                        </m:r>
                        <m:r>
                          <m:t>u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bSup>
                    <m:sSub>
                      <m:e>
                        <m:r>
                          <m:t>G</m:t>
                        </m:r>
                      </m:e>
                      <m:sub>
                        <m:r>
                          <m:t>u</m:t>
                        </m:r>
                        <m:r>
                          <m:t>u</m:t>
                        </m:r>
                      </m:sub>
                    </m:sSub>
                    <m:r>
                      <m:t> </m:t>
                    </m:r>
                    <m:r>
                      <m:t>s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Φ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sSubSup>
                      <m:e>
                        <m:r>
                          <m:t>C</m:t>
                        </m:r>
                      </m:e>
                      <m:sub>
                        <m:r>
                          <m:t>u</m:t>
                        </m:r>
                        <m:r>
                          <m:t>u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bSup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Physical reading: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cr m:val="script"/>
                            <m:sty m:val="p"/>
                          </m:rPr>
                          <m:t>G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is the voltage at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s</m:t>
                    </m:r>
                  </m:oMath>
                </a14:m>
                <a:r>
                  <a:rPr/>
                  <a:t> seconds after a unit current impulse at </a:t>
                </a:r>
                <a14:m>
                  <m:oMath xmlns:m="http://schemas.openxmlformats.org/officeDocument/2006/math">
                    <m:r>
                      <m:t>j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satisfies the homogeneous RC ODE with </a:t>
                </a:r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bSup>
                      <m:e>
                        <m:r>
                          <m:t>C</m:t>
                        </m:r>
                      </m:e>
                      <m:sub>
                        <m:r>
                          <m:t>u</m:t>
                        </m:r>
                        <m:r>
                          <m:t>u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bSup>
                  </m:oMath>
                </a14:m>
                <a:r>
                  <a:rPr/>
                  <a:t>.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G</m:t>
                        </m:r>
                      </m:e>
                      <m:sub>
                        <m:r>
                          <m:t>u</m:t>
                        </m:r>
                        <m:r>
                          <m:t>u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u</m:t>
                        </m:r>
                        <m:r>
                          <m:t>u</m:t>
                        </m:r>
                      </m:sub>
                    </m:sSub>
                  </m:oMath>
                </a14:m>
                <a:r>
                  <a:rPr/>
                  <a:t> symmetric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  <m:r>
                      <m:rPr>
                        <m:scr m:val="script"/>
                        <m:sty m:val="p"/>
                      </m:rP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symmetric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</a:t>
                </a:r>
                <a:r>
                  <a:rPr b="1"/>
                  <a:t>reciprocity</a:t>
                </a:r>
                <a:r>
                  <a:rPr/>
                  <a:t> (</a:t>
                </a:r>
                <a14:m>
                  <m:oMath xmlns:m="http://schemas.openxmlformats.org/officeDocument/2006/math">
                    <m:r>
                      <m:t>i</m:t>
                    </m:r>
                    <m:r>
                      <m:t>​</m:t>
                    </m:r>
                    <m:r>
                      <m:rPr>
                        <m:sty m:val="p"/>
                      </m:rPr>
                      <m:t>→</m:t>
                    </m:r>
                    <m:r>
                      <m:t>​</m:t>
                    </m:r>
                    <m:r>
                      <m:t>j</m:t>
                    </m:r>
                  </m:oMath>
                </a14:m>
                <a:r>
                  <a:rPr/>
                  <a:t> probe = </a:t>
                </a:r>
                <a14:m>
                  <m:oMath xmlns:m="http://schemas.openxmlformats.org/officeDocument/2006/math">
                    <m:r>
                      <m:t>j</m:t>
                    </m:r>
                    <m:r>
                      <m:t>​</m:t>
                    </m:r>
                    <m:r>
                      <m:rPr>
                        <m:sty m:val="p"/>
                      </m:rPr>
                      <m:t>→</m:t>
                    </m:r>
                    <m:r>
                      <m:t>​</m:t>
                    </m:r>
                    <m:r>
                      <m:t>i</m:t>
                    </m:r>
                  </m:oMath>
                </a14:m>
                <a:r>
                  <a:rPr/>
                  <a:t> probe).</a:t>
                </a:r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pPr lvl="0" indent="0" marL="0">
              <a:buNone/>
            </a:pPr>
            <a:r>
              <a:rPr/>
              <a:t>Sensitivity Kernel: Derivation (2/2)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From a column to the kernel</a:t>
                </a:r>
              </a:p>
              <a:p>
                <a:pPr lvl="0"/>
                <a:r>
                  <a:rPr/>
                  <a:t>Decompose 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u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τ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j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b>
                          <m:e>
                            <m:r>
                              <m:t>e</m:t>
                            </m:r>
                          </m:e>
                          <m:sub>
                            <m:sSub>
                              <m:e>
                                <m:r>
                                  <m:t>n</m:t>
                                </m:r>
                              </m:e>
                              <m:sub>
                                <m:r>
                                  <m:t>j</m:t>
                                </m:r>
                              </m:sub>
                            </m:sSub>
                          </m:sub>
                        </m:sSub>
                      </m:e>
                    </m:nary>
                    <m:sSub>
                      <m:e>
                        <m:r>
                          <m:t>I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τ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and project onto the victim: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sSubSup>
                        <m:e>
                          <m:r>
                            <m:t>V</m:t>
                          </m:r>
                        </m:e>
                        <m:sub>
                          <m:r>
                            <m:t>v</m:t>
                          </m:r>
                        </m:sub>
                        <m:sup>
                          <m:r>
                            <m:rPr>
                              <m:nor/>
                              <m:sty m:val="p"/>
                            </m:rPr>
                            <m:t>hom</m:t>
                          </m:r>
                        </m:sup>
                      </m:sSubSup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 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 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j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M</m:t>
                          </m:r>
                        </m:sup>
                        <m:e>
                          <m:nary>
                            <m:naryPr>
                              <m:chr m:val="∫"/>
                              <m:limLoc m:val="subSup"/>
                              <m:subHide m:val="off"/>
                              <m:supHide m:val="off"/>
                            </m:naryPr>
                            <m:sub>
                              <m:r>
                                <m:t>0</m:t>
                              </m:r>
                            </m:sub>
                            <m:sup>
                              <m:r>
                                <m:t>T</m:t>
                              </m:r>
                            </m:sup>
                            <m:e>
                              <m:sSub>
                                <m:e>
                                  <m:r>
                                    <m:rPr>
                                      <m:scr m:val="script"/>
                                      <m:sty m:val="p"/>
                                    </m:rPr>
                                    <m:t>G</m:t>
                                  </m:r>
                                </m:e>
                                <m:sub>
                                  <m:r>
                                    <m:t>v</m:t>
                                  </m:r>
                                  <m:r>
                                    <m:rPr>
                                      <m:sty m:val="p"/>
                                    </m:rPr>
                                    <m:t>,</m:t>
                                  </m:r>
                                  <m:sSub>
                                    <m:e>
                                      <m:r>
                                        <m:t>n</m:t>
                                      </m:r>
                                    </m:e>
                                    <m:sub>
                                      <m:r>
                                        <m:t>j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</m:e>
                      </m:nary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τ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 </m:t>
                      </m:r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τ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 </m:t>
                      </m:r>
                      <m:r>
                        <m:t>d</m:t>
                      </m:r>
                      <m:r>
                        <m:t>τ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All aggressors share the </a:t>
                </a:r>
                <a:r>
                  <a:rPr b="1"/>
                  <a:t>same column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≡</m:t>
                    </m:r>
                    <m:r>
                      <m:rPr>
                        <m:scr m:val="script"/>
                        <m:sty m:val="p"/>
                      </m:rP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sSub>
                      <m:e>
                        <m:r>
                          <m:t>e</m:t>
                        </m:r>
                      </m:e>
                      <m:sub>
                        <m:r>
                          <m:t>v</m:t>
                        </m:r>
                      </m:sub>
                    </m:sSub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Governed by a single ODE with a Dirac source at the victim: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u</m:t>
                          </m:r>
                          <m:r>
                            <m:t>u</m:t>
                          </m:r>
                        </m:sub>
                      </m:sSub>
                      <m:r>
                        <m:t> </m:t>
                      </m:r>
                      <m:sSup>
                        <m:e>
                          <m:r>
                            <m:t>h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u</m:t>
                          </m:r>
                          <m:r>
                            <m:t>u</m:t>
                          </m:r>
                        </m:sub>
                      </m:sSub>
                      <m:r>
                        <m:t> </m:t>
                      </m:r>
                      <m:r>
                        <m:t>h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t> </m:t>
                      </m:r>
                      <m:r>
                        <m:t>δ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 b="1"/>
                  <a:t>Physical reading</a:t>
                </a:r>
                <a:r>
                  <a:rPr/>
                  <a:t>: drop a current impulse at the victim at lag </a:t>
                </a:r>
                <a14:m>
                  <m:oMath xmlns:m="http://schemas.openxmlformats.org/officeDocument/2006/math">
                    <m:r>
                      <m:t>s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; watch it decay outward. At lag </a:t>
                </a:r>
                <a14:m>
                  <m:oMath xmlns:m="http://schemas.openxmlformats.org/officeDocument/2006/math">
                    <m:r>
                      <m:t>s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sSub>
                          <m:e>
                            <m:r>
                              <m:t>n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</m:sSub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is exactly the </a:t>
                </a:r>
                <a14:m>
                  <m:oMath xmlns:m="http://schemas.openxmlformats.org/officeDocument/2006/math">
                    <m:r>
                      <m:t>v</m:t>
                    </m:r>
                    <m:r>
                      <m:t>​</m:t>
                    </m:r>
                    <m:r>
                      <m:rPr>
                        <m:sty m:val="p"/>
                      </m:rPr>
                      <m:t>←</m:t>
                    </m:r>
                    <m:r>
                      <m:t>​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sensitivity at that lag.</a:t>
                </a:r>
              </a:p>
              <a:p>
                <a:pPr lvl="0"/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separate impulse experiments collapse into </a:t>
                </a:r>
                <a:r>
                  <a:rPr b="1"/>
                  <a:t>one</a:t>
                </a:r>
                <a:r>
                  <a:rPr/>
                  <a:t> at the victim.</a:t>
                </a:r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pPr lvl="0" indent="0" marL="0">
              <a:buNone/>
            </a:pPr>
            <a:r>
              <a:rPr/>
              <a:t>Blame as Convolution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</m:naryPr>
                        <m:sub>
                          <m:r>
                            <m:t>0</m:t>
                          </m:r>
                        </m:sub>
                        <m:sup>
                          <m:r>
                            <m:t>T</m:t>
                          </m:r>
                        </m:sup>
                        <m:e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sSub>
                                <m:e>
                                  <m:r>
                                    <m:t>n</m:t>
                                  </m:r>
                                </m:e>
                                <m:sub>
                                  <m:r>
                                    <m:t>j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τ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 </m:t>
                      </m:r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τ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 </m:t>
                      </m:r>
                      <m:r>
                        <m:t>d</m:t>
                      </m:r>
                      <m:r>
                        <m:t>τ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Conservation: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j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b>
                          <m:e>
                            <m:r>
                              <m:t>c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Δ</m:t>
                    </m:r>
                    <m:sSub>
                      <m:e>
                        <m:r>
                          <m:t>V</m:t>
                        </m:r>
                      </m:e>
                      <m:sub>
                        <m:r>
                          <m:t>v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T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(zero IC), exact by linearity.</a:t>
                </a:r>
              </a:p>
              <a:p>
                <a:pPr lvl="0"/>
                <a:r>
                  <a:rPr/>
                  <a:t>Picture: kernel sweeps backward from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; at each lag,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sSub>
                          <m:e>
                            <m:r>
                              <m:t>n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</m:sSub>
                      </m:sub>
                    </m:sSub>
                  </m:oMath>
                </a14:m>
                <a:r>
                  <a:rPr/>
                  <a:t> multiplies 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τ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and accumulates into </a:t>
                </a:r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.</a:t>
                </a:r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pPr lvl="0" indent="0" marL="0">
              <a:buNone/>
            </a:pPr>
            <a:r>
              <a:rPr/>
              <a:t>Backward Sweep (Backward Euler)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G</m:t>
                        </m:r>
                      </m:e>
                      <m:sub>
                        <m:r>
                          <m:t>u</m:t>
                        </m:r>
                        <m:r>
                          <m:t>u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u</m:t>
                        </m:r>
                        <m:r>
                          <m:t>u</m:t>
                        </m:r>
                      </m:sub>
                    </m:sSub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Δ</m:t>
                    </m:r>
                    <m:sSub>
                      <m:e>
                        <m:r>
                          <m:t>t</m:t>
                        </m:r>
                      </m:e>
                      <m:sub>
                        <m:r>
                          <m:t>s</m:t>
                        </m:r>
                      </m:sub>
                    </m:sSub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B</m:t>
                    </m:r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u</m:t>
                        </m:r>
                        <m:r>
                          <m:t>u</m:t>
                        </m:r>
                      </m:sub>
                    </m:sSub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Δ</m:t>
                    </m:r>
                    <m:sSub>
                      <m:e>
                        <m:r>
                          <m:t>t</m:t>
                        </m:r>
                      </m:e>
                      <m:sub>
                        <m:r>
                          <m:t>s</m:t>
                        </m:r>
                      </m:sub>
                    </m:sSub>
                  </m:oMath>
                </a14:m>
                <a:r>
                  <a:rPr/>
                  <a:t>. Same </a:t>
                </a:r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 as forward — </a:t>
                </a:r>
                <a:r>
                  <a:rPr b="1"/>
                  <a:t>reuse the LU</a:t>
                </a:r>
                <a:r>
                  <a:rPr/>
                  <a:t>.</a:t>
                </a:r>
              </a:p>
              <a:p>
                <a:pPr lvl="0"/>
                <a:r>
                  <a:rPr/>
                  <a:t>Terminal condition: </a:t>
                </a:r>
                <a14:m>
                  <m:oMath xmlns:m="http://schemas.openxmlformats.org/officeDocument/2006/math"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N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 </m:t>
                    </m:r>
                    <m:sSub>
                      <m:e>
                        <m:r>
                          <m:t>e</m:t>
                        </m:r>
                      </m:e>
                      <m:sub>
                        <m:r>
                          <m:t>v</m:t>
                        </m:r>
                      </m:sub>
                    </m:sSub>
                  </m:oMath>
                </a14:m>
                <a:r>
                  <a:rPr/>
                  <a:t>. Recurrence: </a:t>
                </a:r>
                <a14:m>
                  <m:oMath xmlns:m="http://schemas.openxmlformats.org/officeDocument/2006/math">
                    <m:r>
                      <m:t>A</m:t>
                    </m:r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B</m:t>
                    </m:r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k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Inner loop: </a:t>
                </a:r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⋅</m:t>
                    </m:r>
                    <m:sSub>
                      <m:e>
                        <m:r>
                          <m:t>I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t</m:t>
                        </m:r>
                      </m:e>
                      <m:sub>
                        <m: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>
                      <m:e>
                        <m:r>
                          <m:t>t</m:t>
                        </m:r>
                      </m:e>
                      <m:sub>
                        <m:r>
                          <m:t>s</m:t>
                        </m:r>
                      </m:sub>
                    </m:sSub>
                  </m:oMath>
                </a14:m>
                <a:r>
                  <a:rPr/>
                  <a:t> absorbed into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 (units k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Ω</m:t>
                    </m:r>
                  </m:oMath>
                </a14:m>
                <a:r>
                  <a:rPr/>
                  <a:t>); no stray factor in the sum.</a:t>
                </a:r>
              </a:p>
              <a:p>
                <a:pPr lvl="0"/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rPr>
                        <m:sty m:val="p"/>
                      </m:rPr>
                      <m:t>+</m:t>
                    </m:r>
                    <m:r>
                      <m:t>M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memory; ~200–500 MB saved by sharing factors with the forward solve.</a:t>
                </a:r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pPr lvl="0" indent="0" marL="0">
              <a:buNone/>
            </a:pPr>
            <a:r>
              <a:rPr/>
              <a:t>Complexity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Setup</a:t>
                </a:r>
                <a:r>
                  <a:rPr/>
                  <a:t>: factor </a:t>
                </a:r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 once. Same cost as forward-transient setup; same factors reused.</a:t>
                </a:r>
              </a:p>
              <a:p>
                <a:pPr lvl="0"/>
                <a:r>
                  <a:rPr b="1"/>
                  <a:t>Per step</a:t>
                </a:r>
                <a:r>
                  <a:rPr/>
                  <a:t>: one back-substitution (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nor/>
                        <m:sty m:val="p"/>
                      </m:rPr>
                      <m:t>nnz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) +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scalar reads &amp; accumulations (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M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).</a:t>
                </a:r>
              </a:p>
              <a:p>
                <a:pPr lvl="0"/>
                <a:r>
                  <a:rPr b="1"/>
                  <a:t>Total sweep</a:t>
                </a:r>
                <a:r>
                  <a:rPr/>
                  <a:t>: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L</m:t>
                        </m:r>
                        <m:r>
                          <m:rPr>
                            <m:sty m:val="p"/>
                          </m:rPr>
                          <m:t>⋅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rPr>
                            <m:nor/>
                            <m:sty m:val="p"/>
                          </m:rPr>
                          <m:t>nnz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M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e>
                    </m:d>
                  </m:oMath>
                </a14:m>
                <a:r>
                  <a:rPr/>
                  <a:t> for </a:t>
                </a:r>
                <a14:m>
                  <m:oMath xmlns:m="http://schemas.openxmlformats.org/officeDocument/2006/math">
                    <m:r>
                      <m:t>L</m:t>
                    </m:r>
                  </m:oMath>
                </a14:m>
                <a:r>
                  <a:rPr/>
                  <a:t> time steps.</a:t>
                </a:r>
              </a:p>
              <a:p>
                <a:pPr lvl="0"/>
                <a:r>
                  <a:rPr b="1"/>
                  <a:t>Memory</a:t>
                </a:r>
                <a:r>
                  <a:rPr/>
                  <a:t>: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rPr>
                        <m:sty m:val="p"/>
                      </m:rPr>
                      <m:t>+</m:t>
                    </m:r>
                    <m:r>
                      <m:t>M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— one running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 plus per-source accumulators.</a:t>
                </a:r>
              </a:p>
              <a:p>
                <a:pPr lvl="0"/>
                <a:r>
                  <a:rPr b="1"/>
                  <a:t>Vs. naive</a:t>
                </a:r>
                <a:r>
                  <a:rPr/>
                  <a:t> (run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forward transients):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M</m:t>
                    </m:r>
                    <m:r>
                      <m:t>​</m:t>
                    </m:r>
                    <m:r>
                      <m:rPr>
                        <m:sty m:val="p"/>
                      </m:rPr>
                      <m:t>⋅</m:t>
                    </m:r>
                    <m:r>
                      <m:t>​</m:t>
                    </m:r>
                    <m:r>
                      <m:t>L</m:t>
                    </m:r>
                    <m:r>
                      <m:t>​</m:t>
                    </m:r>
                    <m:r>
                      <m:rPr>
                        <m:sty m:val="p"/>
                      </m:rPr>
                      <m:t>⋅</m:t>
                    </m:r>
                    <m:r>
                      <m:t>​</m:t>
                    </m:r>
                    <m:r>
                      <m:rPr>
                        <m:nor/>
                        <m:sty m:val="p"/>
                      </m:rPr>
                      <m:t>nnz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 </m:t>
                    </m:r>
                    <m:r>
                      <m:rPr>
                        <m:sty m:val="p"/>
                      </m:rPr>
                      <m:t>→</m:t>
                    </m:r>
                    <m:r>
                      <m:t> 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L</m:t>
                    </m:r>
                    <m:r>
                      <m:t>​</m:t>
                    </m:r>
                    <m:r>
                      <m:rPr>
                        <m:sty m:val="p"/>
                      </m:rPr>
                      <m:t>⋅</m:t>
                    </m:r>
                    <m:r>
                      <m:t>​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nor/>
                        <m:sty m:val="p"/>
                      </m:rPr>
                      <m:t>nnz</m:t>
                    </m:r>
                    <m:r>
                      <m:rPr>
                        <m:sty m:val="p"/>
                      </m:rPr>
                      <m:t>+</m:t>
                    </m:r>
                    <m:r>
                      <m:t>M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For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t>​</m:t>
                    </m:r>
                    <m:r>
                      <m:rPr>
                        <m:sty m:val="p"/>
                      </m:rPr>
                      <m:t>∼</m:t>
                    </m:r>
                    <m:r>
                      <m:t>​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6</m:t>
                        </m:r>
                      </m:sup>
                    </m:sSup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M</m:t>
                    </m:r>
                    <m:r>
                      <m:t>​</m:t>
                    </m:r>
                    <m:r>
                      <m:rPr>
                        <m:sty m:val="p"/>
                      </m:rPr>
                      <m:t>∼</m:t>
                    </m:r>
                    <m:r>
                      <m:t>​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5</m:t>
                        </m:r>
                      </m:sup>
                    </m:sSup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L</m:t>
                    </m:r>
                    <m:r>
                      <m:t>​</m:t>
                    </m:r>
                    <m:r>
                      <m:rPr>
                        <m:sty m:val="p"/>
                      </m:rPr>
                      <m:t>∼</m:t>
                    </m:r>
                    <m:r>
                      <m:t>​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: blame ≈ </a:t>
                </a:r>
                <a:r>
                  <a:rPr b="1"/>
                  <a:t>one extra transient</a:t>
                </a:r>
                <a:r>
                  <a:rPr/>
                  <a:t>, regardless of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theme/theme1.xml><?xml version="1.0" encoding="utf-8"?>
<a:theme xmlns:a="http://schemas.openxmlformats.org/drawingml/2006/main" name="Siemens 2022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C1B6"/>
      </a:hlink>
      <a:folHlink>
        <a:srgbClr val="00C1B6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Siemens Petrol | 0 153 153">
      <a:srgbClr val="009999"/>
    </a:custClr>
    <a:custClr name="Light Petrol | 0 193 182">
      <a:srgbClr val="00C1B6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Deep Blue | 0 0 40">
      <a:srgbClr val="000028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Light Sand | 243 243 240">
      <a:srgbClr val="F3F3F0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SiemensTemplate</Template>
  <TotalTime>5</TotalTime>
  <Words>191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Lato Light</vt:lpstr>
      <vt:lpstr>Poppins</vt:lpstr>
      <vt:lpstr>Siemens 2022</vt:lpstr>
      <vt:lpstr>PowerPoint Presentation</vt:lpstr>
    </vt:vector>
  </TitlesOfParts>
  <Company>Siemens Digital Industries Software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Blame Assignment for Dynamic IR-Drop</dc:title>
  <dc:creator>PDN Analysis Team</dc:creator>
  <cp:keywords/>
  <dcterms:created xsi:type="dcterms:W3CDTF">2026-05-08T04:13:05Z</dcterms:created>
  <dcterms:modified xsi:type="dcterms:W3CDTF">2026-05-08T04:13:05Z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March 2026</vt:lpwstr>
  </property>
  <property fmtid="{D5CDD505-2E9C-101B-9397-08002B2CF9AE}" pid="3" name="subtitle">
    <vt:lpwstr>Per-instance decomposition under LTI RC PDN</vt:lpwstr>
  </property>
</Properties>
</file>